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4"/>
  </p:sldMasterIdLst>
  <p:notesMasterIdLst>
    <p:notesMasterId r:id="rId14"/>
  </p:notesMasterIdLst>
  <p:handoutMasterIdLst>
    <p:handoutMasterId r:id="rId15"/>
  </p:handoutMasterIdLst>
  <p:sldIdLst>
    <p:sldId id="1650" r:id="rId5"/>
    <p:sldId id="1578" r:id="rId6"/>
    <p:sldId id="1594" r:id="rId7"/>
    <p:sldId id="1595" r:id="rId8"/>
    <p:sldId id="1596" r:id="rId9"/>
    <p:sldId id="1825" r:id="rId10"/>
    <p:sldId id="1597" r:id="rId11"/>
    <p:sldId id="1599" r:id="rId12"/>
    <p:sldId id="183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2B61"/>
    <a:srgbClr val="125C99"/>
    <a:srgbClr val="EA9EB9"/>
    <a:srgbClr val="165C9A"/>
    <a:srgbClr val="34D1BF"/>
    <a:srgbClr val="B7DAF7"/>
    <a:srgbClr val="D7D6D8"/>
    <a:srgbClr val="000721"/>
    <a:srgbClr val="908A97"/>
    <a:srgbClr val="9B9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B63944-B569-4EC7-A921-5F6A3BE9295E}" v="1" dt="2025-11-30T14:36:20.7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veshwaran N" userId="ac612a6b-cc17-4d26-a73c-bc5c4d089756" providerId="ADAL" clId="{67B63944-B569-4EC7-A921-5F6A3BE9295E}"/>
    <pc:docChg chg="addSld delSld modSld">
      <pc:chgData name="Sarveshwaran N" userId="ac612a6b-cc17-4d26-a73c-bc5c4d089756" providerId="ADAL" clId="{67B63944-B569-4EC7-A921-5F6A3BE9295E}" dt="2025-11-30T14:36:23.490" v="1" actId="47"/>
      <pc:docMkLst>
        <pc:docMk/>
      </pc:docMkLst>
      <pc:sldChg chg="del">
        <pc:chgData name="Sarveshwaran N" userId="ac612a6b-cc17-4d26-a73c-bc5c4d089756" providerId="ADAL" clId="{67B63944-B569-4EC7-A921-5F6A3BE9295E}" dt="2025-11-30T14:36:23.490" v="1" actId="47"/>
        <pc:sldMkLst>
          <pc:docMk/>
          <pc:sldMk cId="3099171970" sldId="1829"/>
        </pc:sldMkLst>
      </pc:sldChg>
      <pc:sldChg chg="add">
        <pc:chgData name="Sarveshwaran N" userId="ac612a6b-cc17-4d26-a73c-bc5c4d089756" providerId="ADAL" clId="{67B63944-B569-4EC7-A921-5F6A3BE9295E}" dt="2025-11-30T14:36:20.793" v="0"/>
        <pc:sldMkLst>
          <pc:docMk/>
          <pc:sldMk cId="2425919301" sldId="1830"/>
        </pc:sldMkLst>
      </pc:sldChg>
    </pc:docChg>
  </pc:docChgLst>
  <pc:docChgLst>
    <pc:chgData name="Pandarasamy Arjunan" userId="f5e30e74-d283-497e-bf76-fd880089976c" providerId="ADAL" clId="{16EAE87D-FCB6-496F-99A3-59DE24C89324}"/>
    <pc:docChg chg="undo custSel addSld delSld modSld sldOrd modMainMaster addSection delSection">
      <pc:chgData name="Pandarasamy Arjunan" userId="f5e30e74-d283-497e-bf76-fd880089976c" providerId="ADAL" clId="{16EAE87D-FCB6-496F-99A3-59DE24C89324}" dt="2025-10-04T07:14:11.463" v="2236" actId="2711"/>
      <pc:docMkLst>
        <pc:docMk/>
      </pc:docMkLst>
      <pc:sldChg chg="modSp add del mod modAnim">
        <pc:chgData name="Pandarasamy Arjunan" userId="f5e30e74-d283-497e-bf76-fd880089976c" providerId="ADAL" clId="{16EAE87D-FCB6-496F-99A3-59DE24C89324}" dt="2025-10-04T07:07:57.722" v="2217" actId="27636"/>
        <pc:sldMkLst>
          <pc:docMk/>
          <pc:sldMk cId="1046929287" sldId="921"/>
        </pc:sldMkLst>
      </pc:sldChg>
      <pc:sldChg chg="add">
        <pc:chgData name="Pandarasamy Arjunan" userId="f5e30e74-d283-497e-bf76-fd880089976c" providerId="ADAL" clId="{16EAE87D-FCB6-496F-99A3-59DE24C89324}" dt="2025-10-04T07:04:34.592" v="2124"/>
        <pc:sldMkLst>
          <pc:docMk/>
          <pc:sldMk cId="2467084032" sldId="1462"/>
        </pc:sldMkLst>
      </pc:sldChg>
      <pc:sldChg chg="add">
        <pc:chgData name="Pandarasamy Arjunan" userId="f5e30e74-d283-497e-bf76-fd880089976c" providerId="ADAL" clId="{16EAE87D-FCB6-496F-99A3-59DE24C89324}" dt="2025-10-04T07:04:34.592" v="2124"/>
        <pc:sldMkLst>
          <pc:docMk/>
          <pc:sldMk cId="820988371" sldId="1466"/>
        </pc:sldMkLst>
      </pc:sldChg>
      <pc:sldChg chg="add">
        <pc:chgData name="Pandarasamy Arjunan" userId="f5e30e74-d283-497e-bf76-fd880089976c" providerId="ADAL" clId="{16EAE87D-FCB6-496F-99A3-59DE24C89324}" dt="2025-10-04T07:04:34.592" v="2124"/>
        <pc:sldMkLst>
          <pc:docMk/>
          <pc:sldMk cId="2557734821" sldId="1467"/>
        </pc:sldMkLst>
      </pc:sldChg>
      <pc:sldChg chg="add">
        <pc:chgData name="Pandarasamy Arjunan" userId="f5e30e74-d283-497e-bf76-fd880089976c" providerId="ADAL" clId="{16EAE87D-FCB6-496F-99A3-59DE24C89324}" dt="2025-10-04T07:04:34.592" v="2124"/>
        <pc:sldMkLst>
          <pc:docMk/>
          <pc:sldMk cId="1733662768" sldId="1474"/>
        </pc:sldMkLst>
      </pc:sldChg>
      <pc:sldChg chg="modSp add mod">
        <pc:chgData name="Pandarasamy Arjunan" userId="f5e30e74-d283-497e-bf76-fd880089976c" providerId="ADAL" clId="{16EAE87D-FCB6-496F-99A3-59DE24C89324}" dt="2025-10-04T07:04:34.761" v="2126" actId="27636"/>
        <pc:sldMkLst>
          <pc:docMk/>
          <pc:sldMk cId="1513215425" sldId="1481"/>
        </pc:sldMkLst>
      </pc:sldChg>
      <pc:sldChg chg="modSp add mod">
        <pc:chgData name="Pandarasamy Arjunan" userId="f5e30e74-d283-497e-bf76-fd880089976c" providerId="ADAL" clId="{16EAE87D-FCB6-496F-99A3-59DE24C89324}" dt="2025-10-04T07:04:34.734" v="2125" actId="27636"/>
        <pc:sldMkLst>
          <pc:docMk/>
          <pc:sldMk cId="2174320572" sldId="1482"/>
        </pc:sldMkLst>
      </pc:sldChg>
      <pc:sldChg chg="add">
        <pc:chgData name="Pandarasamy Arjunan" userId="f5e30e74-d283-497e-bf76-fd880089976c" providerId="ADAL" clId="{16EAE87D-FCB6-496F-99A3-59DE24C89324}" dt="2025-10-04T07:04:34.592" v="2124"/>
        <pc:sldMkLst>
          <pc:docMk/>
          <pc:sldMk cId="2238890022" sldId="1486"/>
        </pc:sldMkLst>
      </pc:sldChg>
      <pc:sldChg chg="add">
        <pc:chgData name="Pandarasamy Arjunan" userId="f5e30e74-d283-497e-bf76-fd880089976c" providerId="ADAL" clId="{16EAE87D-FCB6-496F-99A3-59DE24C89324}" dt="2025-10-04T07:04:34.592" v="2124"/>
        <pc:sldMkLst>
          <pc:docMk/>
          <pc:sldMk cId="1114208464" sldId="1488"/>
        </pc:sldMkLst>
      </pc:sldChg>
      <pc:sldChg chg="add">
        <pc:chgData name="Pandarasamy Arjunan" userId="f5e30e74-d283-497e-bf76-fd880089976c" providerId="ADAL" clId="{16EAE87D-FCB6-496F-99A3-59DE24C89324}" dt="2025-10-04T07:04:34.592" v="2124"/>
        <pc:sldMkLst>
          <pc:docMk/>
          <pc:sldMk cId="3213501686" sldId="1489"/>
        </pc:sldMkLst>
      </pc:sldChg>
      <pc:sldChg chg="addSp delSp modSp add mod modClrScheme chgLayout">
        <pc:chgData name="Pandarasamy Arjunan" userId="f5e30e74-d283-497e-bf76-fd880089976c" providerId="ADAL" clId="{16EAE87D-FCB6-496F-99A3-59DE24C89324}" dt="2025-10-04T07:06:25.120" v="2153" actId="700"/>
        <pc:sldMkLst>
          <pc:docMk/>
          <pc:sldMk cId="2909335198" sldId="1578"/>
        </pc:sldMkLst>
        <pc:spChg chg="mod ord">
          <ac:chgData name="Pandarasamy Arjunan" userId="f5e30e74-d283-497e-bf76-fd880089976c" providerId="ADAL" clId="{16EAE87D-FCB6-496F-99A3-59DE24C89324}" dt="2025-10-04T07:06:25.120" v="2153" actId="700"/>
          <ac:spMkLst>
            <pc:docMk/>
            <pc:sldMk cId="2909335198" sldId="1578"/>
            <ac:spMk id="6" creationId="{209F87E3-EF85-5975-5843-8C317E72C3E7}"/>
          </ac:spMkLst>
        </pc:spChg>
        <pc:spChg chg="mod ord">
          <ac:chgData name="Pandarasamy Arjunan" userId="f5e30e74-d283-497e-bf76-fd880089976c" providerId="ADAL" clId="{16EAE87D-FCB6-496F-99A3-59DE24C89324}" dt="2025-10-04T07:06:25.120" v="2153" actId="700"/>
          <ac:spMkLst>
            <pc:docMk/>
            <pc:sldMk cId="2909335198" sldId="1578"/>
            <ac:spMk id="7" creationId="{F3833D9B-569A-42CE-E61E-A2EF51AAA919}"/>
          </ac:spMkLst>
        </pc:spChg>
        <pc:spChg chg="mod ord">
          <ac:chgData name="Pandarasamy Arjunan" userId="f5e30e74-d283-497e-bf76-fd880089976c" providerId="ADAL" clId="{16EAE87D-FCB6-496F-99A3-59DE24C89324}" dt="2025-10-04T07:06:25.120" v="2153" actId="700"/>
          <ac:spMkLst>
            <pc:docMk/>
            <pc:sldMk cId="2909335198" sldId="1578"/>
            <ac:spMk id="8" creationId="{2D62B7CA-2E81-3E7A-4178-D85ECE58B860}"/>
          </ac:spMkLst>
        </pc:spChg>
        <pc:spChg chg="mod ord">
          <ac:chgData name="Pandarasamy Arjunan" userId="f5e30e74-d283-497e-bf76-fd880089976c" providerId="ADAL" clId="{16EAE87D-FCB6-496F-99A3-59DE24C89324}" dt="2025-10-04T07:06:25.120" v="2153" actId="700"/>
          <ac:spMkLst>
            <pc:docMk/>
            <pc:sldMk cId="2909335198" sldId="1578"/>
            <ac:spMk id="9" creationId="{47C04683-9D26-7720-A3F1-12D7D1DDB243}"/>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3687015694" sldId="1594"/>
        </pc:sldMkLst>
        <pc:spChg chg="mod ord">
          <ac:chgData name="Pandarasamy Arjunan" userId="f5e30e74-d283-497e-bf76-fd880089976c" providerId="ADAL" clId="{16EAE87D-FCB6-496F-99A3-59DE24C89324}" dt="2025-10-04T07:06:35.131" v="2154" actId="700"/>
          <ac:spMkLst>
            <pc:docMk/>
            <pc:sldMk cId="3687015694" sldId="1594"/>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3687015694" sldId="1594"/>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3687015694" sldId="1594"/>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3687015694" sldId="1594"/>
            <ac:spMk id="9" creationId="{47C04683-9D26-7720-A3F1-12D7D1DDB243}"/>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4218784260" sldId="1595"/>
        </pc:sldMkLst>
        <pc:spChg chg="mod ord">
          <ac:chgData name="Pandarasamy Arjunan" userId="f5e30e74-d283-497e-bf76-fd880089976c" providerId="ADAL" clId="{16EAE87D-FCB6-496F-99A3-59DE24C89324}" dt="2025-10-04T07:06:35.131" v="2154" actId="700"/>
          <ac:spMkLst>
            <pc:docMk/>
            <pc:sldMk cId="4218784260" sldId="1595"/>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4218784260" sldId="1595"/>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4218784260" sldId="1595"/>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4218784260" sldId="1595"/>
            <ac:spMk id="9" creationId="{47C04683-9D26-7720-A3F1-12D7D1DDB243}"/>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587088236" sldId="1596"/>
        </pc:sldMkLst>
        <pc:spChg chg="mod ord">
          <ac:chgData name="Pandarasamy Arjunan" userId="f5e30e74-d283-497e-bf76-fd880089976c" providerId="ADAL" clId="{16EAE87D-FCB6-496F-99A3-59DE24C89324}" dt="2025-10-04T07:06:35.131" v="2154" actId="700"/>
          <ac:spMkLst>
            <pc:docMk/>
            <pc:sldMk cId="587088236" sldId="1596"/>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587088236" sldId="1596"/>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587088236" sldId="1596"/>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587088236" sldId="1596"/>
            <ac:spMk id="9" creationId="{47C04683-9D26-7720-A3F1-12D7D1DDB243}"/>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4226624743" sldId="1597"/>
        </pc:sldMkLst>
        <pc:spChg chg="mod ord">
          <ac:chgData name="Pandarasamy Arjunan" userId="f5e30e74-d283-497e-bf76-fd880089976c" providerId="ADAL" clId="{16EAE87D-FCB6-496F-99A3-59DE24C89324}" dt="2025-10-04T07:06:35.131" v="2154" actId="700"/>
          <ac:spMkLst>
            <pc:docMk/>
            <pc:sldMk cId="4226624743" sldId="1597"/>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4226624743" sldId="1597"/>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4226624743" sldId="1597"/>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4226624743" sldId="1597"/>
            <ac:spMk id="9" creationId="{47C04683-9D26-7720-A3F1-12D7D1DDB243}"/>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826460473" sldId="1599"/>
        </pc:sldMkLst>
        <pc:spChg chg="mod ord">
          <ac:chgData name="Pandarasamy Arjunan" userId="f5e30e74-d283-497e-bf76-fd880089976c" providerId="ADAL" clId="{16EAE87D-FCB6-496F-99A3-59DE24C89324}" dt="2025-10-04T07:06:35.131" v="2154" actId="700"/>
          <ac:spMkLst>
            <pc:docMk/>
            <pc:sldMk cId="826460473" sldId="1599"/>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826460473" sldId="1599"/>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826460473" sldId="1599"/>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826460473" sldId="1599"/>
            <ac:spMk id="9" creationId="{47C04683-9D26-7720-A3F1-12D7D1DDB243}"/>
          </ac:spMkLst>
        </pc:spChg>
      </pc:sldChg>
      <pc:sldChg chg="modSp mod">
        <pc:chgData name="Pandarasamy Arjunan" userId="f5e30e74-d283-497e-bf76-fd880089976c" providerId="ADAL" clId="{16EAE87D-FCB6-496F-99A3-59DE24C89324}" dt="2025-10-04T07:14:11.463" v="2236" actId="2711"/>
        <pc:sldMkLst>
          <pc:docMk/>
          <pc:sldMk cId="2255411984" sldId="1650"/>
        </pc:sldMkLst>
        <pc:spChg chg="mod">
          <ac:chgData name="Pandarasamy Arjunan" userId="f5e30e74-d283-497e-bf76-fd880089976c" providerId="ADAL" clId="{16EAE87D-FCB6-496F-99A3-59DE24C89324}" dt="2025-10-04T07:03:58.957" v="2121" actId="255"/>
          <ac:spMkLst>
            <pc:docMk/>
            <pc:sldMk cId="2255411984" sldId="1650"/>
            <ac:spMk id="5" creationId="{049CF664-F5C7-ECCF-E2AC-E4EE51E7B0E1}"/>
          </ac:spMkLst>
        </pc:spChg>
        <pc:spChg chg="mod">
          <ac:chgData name="Pandarasamy Arjunan" userId="f5e30e74-d283-497e-bf76-fd880089976c" providerId="ADAL" clId="{16EAE87D-FCB6-496F-99A3-59DE24C89324}" dt="2025-10-04T07:14:11.463" v="2236" actId="2711"/>
          <ac:spMkLst>
            <pc:docMk/>
            <pc:sldMk cId="2255411984" sldId="1650"/>
            <ac:spMk id="6" creationId="{AEB76576-68BF-244C-B40E-1C5A72FE35DB}"/>
          </ac:spMkLst>
        </pc:spChg>
      </pc:sldChg>
      <pc:sldChg chg="addSp delSp modSp add mod modClrScheme chgLayout">
        <pc:chgData name="Pandarasamy Arjunan" userId="f5e30e74-d283-497e-bf76-fd880089976c" providerId="ADAL" clId="{16EAE87D-FCB6-496F-99A3-59DE24C89324}" dt="2025-10-04T07:06:35.131" v="2154" actId="700"/>
        <pc:sldMkLst>
          <pc:docMk/>
          <pc:sldMk cId="3097419668" sldId="1825"/>
        </pc:sldMkLst>
        <pc:spChg chg="mod ord">
          <ac:chgData name="Pandarasamy Arjunan" userId="f5e30e74-d283-497e-bf76-fd880089976c" providerId="ADAL" clId="{16EAE87D-FCB6-496F-99A3-59DE24C89324}" dt="2025-10-04T07:06:35.131" v="2154" actId="700"/>
          <ac:spMkLst>
            <pc:docMk/>
            <pc:sldMk cId="3097419668" sldId="1825"/>
            <ac:spMk id="6" creationId="{209F87E3-EF85-5975-5843-8C317E72C3E7}"/>
          </ac:spMkLst>
        </pc:spChg>
        <pc:spChg chg="mod ord">
          <ac:chgData name="Pandarasamy Arjunan" userId="f5e30e74-d283-497e-bf76-fd880089976c" providerId="ADAL" clId="{16EAE87D-FCB6-496F-99A3-59DE24C89324}" dt="2025-10-04T07:06:35.131" v="2154" actId="700"/>
          <ac:spMkLst>
            <pc:docMk/>
            <pc:sldMk cId="3097419668" sldId="1825"/>
            <ac:spMk id="7" creationId="{F3833D9B-569A-42CE-E61E-A2EF51AAA919}"/>
          </ac:spMkLst>
        </pc:spChg>
        <pc:spChg chg="mod ord">
          <ac:chgData name="Pandarasamy Arjunan" userId="f5e30e74-d283-497e-bf76-fd880089976c" providerId="ADAL" clId="{16EAE87D-FCB6-496F-99A3-59DE24C89324}" dt="2025-10-04T07:06:35.131" v="2154" actId="700"/>
          <ac:spMkLst>
            <pc:docMk/>
            <pc:sldMk cId="3097419668" sldId="1825"/>
            <ac:spMk id="8" creationId="{2D62B7CA-2E81-3E7A-4178-D85ECE58B860}"/>
          </ac:spMkLst>
        </pc:spChg>
        <pc:spChg chg="mod ord">
          <ac:chgData name="Pandarasamy Arjunan" userId="f5e30e74-d283-497e-bf76-fd880089976c" providerId="ADAL" clId="{16EAE87D-FCB6-496F-99A3-59DE24C89324}" dt="2025-10-04T07:06:35.131" v="2154" actId="700"/>
          <ac:spMkLst>
            <pc:docMk/>
            <pc:sldMk cId="3097419668" sldId="1825"/>
            <ac:spMk id="9" creationId="{47C04683-9D26-7720-A3F1-12D7D1DDB243}"/>
          </ac:spMkLst>
        </pc:spChg>
      </pc:sldChg>
      <pc:sldChg chg="addSp delSp modSp add mod ord modClrScheme chgLayout">
        <pc:chgData name="Pandarasamy Arjunan" userId="f5e30e74-d283-497e-bf76-fd880089976c" providerId="ADAL" clId="{16EAE87D-FCB6-496F-99A3-59DE24C89324}" dt="2025-10-04T07:09:01.468" v="2223"/>
        <pc:sldMkLst>
          <pc:docMk/>
          <pc:sldMk cId="2021754146" sldId="1827"/>
        </pc:sldMkLst>
      </pc:sldChg>
      <pc:sldMasterChg chg="modSp delSldLayout modSldLayout">
        <pc:chgData name="Pandarasamy Arjunan" userId="f5e30e74-d283-497e-bf76-fd880089976c" providerId="ADAL" clId="{16EAE87D-FCB6-496F-99A3-59DE24C89324}" dt="2025-10-04T07:11:37.321" v="2235" actId="113"/>
        <pc:sldMasterMkLst>
          <pc:docMk/>
          <pc:sldMasterMk cId="4115078455" sldId="2147483775"/>
        </pc:sldMasterMkLst>
        <pc:spChg chg="mod">
          <ac:chgData name="Pandarasamy Arjunan" userId="f5e30e74-d283-497e-bf76-fd880089976c" providerId="ADAL" clId="{16EAE87D-FCB6-496F-99A3-59DE24C89324}" dt="2025-10-04T07:09:41.886" v="2225" actId="113"/>
          <ac:spMkLst>
            <pc:docMk/>
            <pc:sldMasterMk cId="4115078455" sldId="2147483775"/>
            <ac:spMk id="2" creationId="{00000000-0000-0000-0000-000000000000}"/>
          </ac:spMkLst>
        </pc:spChg>
        <pc:spChg chg="mod">
          <ac:chgData name="Pandarasamy Arjunan" userId="f5e30e74-d283-497e-bf76-fd880089976c" providerId="ADAL" clId="{16EAE87D-FCB6-496F-99A3-59DE24C89324}" dt="2025-10-04T07:09:49.445" v="2226" actId="2711"/>
          <ac:spMkLst>
            <pc:docMk/>
            <pc:sldMasterMk cId="4115078455" sldId="2147483775"/>
            <ac:spMk id="3" creationId="{00000000-0000-0000-0000-000000000000}"/>
          </ac:spMkLst>
        </pc:spChg>
        <pc:spChg chg="mod">
          <ac:chgData name="Pandarasamy Arjunan" userId="f5e30e74-d283-497e-bf76-fd880089976c" providerId="ADAL" clId="{16EAE87D-FCB6-496F-99A3-59DE24C89324}" dt="2025-10-04T07:11:12.219" v="2233" actId="2711"/>
          <ac:spMkLst>
            <pc:docMk/>
            <pc:sldMasterMk cId="4115078455" sldId="2147483775"/>
            <ac:spMk id="5" creationId="{00000000-0000-0000-0000-000000000000}"/>
          </ac:spMkLst>
        </pc:spChg>
        <pc:spChg chg="mod">
          <ac:chgData name="Pandarasamy Arjunan" userId="f5e30e74-d283-497e-bf76-fd880089976c" providerId="ADAL" clId="{16EAE87D-FCB6-496F-99A3-59DE24C89324}" dt="2025-10-04T07:11:18.982" v="2234" actId="2711"/>
          <ac:spMkLst>
            <pc:docMk/>
            <pc:sldMasterMk cId="4115078455" sldId="2147483775"/>
            <ac:spMk id="6" creationId="{00000000-0000-0000-0000-000000000000}"/>
          </ac:spMkLst>
        </pc:spChg>
        <pc:sldLayoutChg chg="modSp">
          <pc:chgData name="Pandarasamy Arjunan" userId="f5e30e74-d283-497e-bf76-fd880089976c" providerId="ADAL" clId="{16EAE87D-FCB6-496F-99A3-59DE24C89324}" dt="2025-10-04T07:10:07.976" v="2227" actId="2711"/>
          <pc:sldLayoutMkLst>
            <pc:docMk/>
            <pc:sldMasterMk cId="4115078455" sldId="2147483775"/>
            <pc:sldLayoutMk cId="881070832" sldId="2147483777"/>
          </pc:sldLayoutMkLst>
          <pc:spChg chg="mod">
            <ac:chgData name="Pandarasamy Arjunan" userId="f5e30e74-d283-497e-bf76-fd880089976c" providerId="ADAL" clId="{16EAE87D-FCB6-496F-99A3-59DE24C89324}" dt="2025-10-04T07:10:07.976" v="2227" actId="2711"/>
            <ac:spMkLst>
              <pc:docMk/>
              <pc:sldMasterMk cId="4115078455" sldId="2147483775"/>
              <pc:sldLayoutMk cId="881070832" sldId="2147483777"/>
              <ac:spMk id="3" creationId="{00000000-0000-0000-0000-000000000000}"/>
            </ac:spMkLst>
          </pc:spChg>
        </pc:sldLayoutChg>
        <pc:sldLayoutChg chg="modSp">
          <pc:chgData name="Pandarasamy Arjunan" userId="f5e30e74-d283-497e-bf76-fd880089976c" providerId="ADAL" clId="{16EAE87D-FCB6-496F-99A3-59DE24C89324}" dt="2025-10-04T07:11:37.321" v="2235" actId="113"/>
          <pc:sldLayoutMkLst>
            <pc:docMk/>
            <pc:sldMasterMk cId="4115078455" sldId="2147483775"/>
            <pc:sldLayoutMk cId="2930242655" sldId="2147483790"/>
          </pc:sldLayoutMkLst>
          <pc:spChg chg="mod">
            <ac:chgData name="Pandarasamy Arjunan" userId="f5e30e74-d283-497e-bf76-fd880089976c" providerId="ADAL" clId="{16EAE87D-FCB6-496F-99A3-59DE24C89324}" dt="2025-10-04T07:11:37.321" v="2235" actId="113"/>
            <ac:spMkLst>
              <pc:docMk/>
              <pc:sldMasterMk cId="4115078455" sldId="2147483775"/>
              <pc:sldLayoutMk cId="2930242655" sldId="2147483790"/>
              <ac:spMk id="2" creationId="{00000000-0000-0000-0000-000000000000}"/>
            </ac:spMkLst>
          </pc:spChg>
          <pc:spChg chg="mod">
            <ac:chgData name="Pandarasamy Arjunan" userId="f5e30e74-d283-497e-bf76-fd880089976c" providerId="ADAL" clId="{16EAE87D-FCB6-496F-99A3-59DE24C89324}" dt="2025-10-04T07:10:57.590" v="2232" actId="2711"/>
            <ac:spMkLst>
              <pc:docMk/>
              <pc:sldMasterMk cId="4115078455" sldId="2147483775"/>
              <pc:sldLayoutMk cId="2930242655" sldId="2147483790"/>
              <ac:spMk id="3" creationId="{00000000-0000-0000-0000-000000000000}"/>
            </ac:spMkLst>
          </pc:spChg>
        </pc:sldLayoutChg>
        <pc:sldLayoutChg chg="modSp">
          <pc:chgData name="Pandarasamy Arjunan" userId="f5e30e74-d283-497e-bf76-fd880089976c" providerId="ADAL" clId="{16EAE87D-FCB6-496F-99A3-59DE24C89324}" dt="2025-10-04T07:10:36.205" v="2230" actId="2711"/>
          <pc:sldLayoutMkLst>
            <pc:docMk/>
            <pc:sldMasterMk cId="4115078455" sldId="2147483775"/>
            <pc:sldLayoutMk cId="31043701" sldId="2147483791"/>
          </pc:sldLayoutMkLst>
          <pc:spChg chg="mod">
            <ac:chgData name="Pandarasamy Arjunan" userId="f5e30e74-d283-497e-bf76-fd880089976c" providerId="ADAL" clId="{16EAE87D-FCB6-496F-99A3-59DE24C89324}" dt="2025-10-04T07:10:29.346" v="2229" actId="113"/>
            <ac:spMkLst>
              <pc:docMk/>
              <pc:sldMasterMk cId="4115078455" sldId="2147483775"/>
              <pc:sldLayoutMk cId="31043701" sldId="2147483791"/>
              <ac:spMk id="2" creationId="{00000000-0000-0000-0000-000000000000}"/>
            </ac:spMkLst>
          </pc:spChg>
          <pc:spChg chg="mod">
            <ac:chgData name="Pandarasamy Arjunan" userId="f5e30e74-d283-497e-bf76-fd880089976c" providerId="ADAL" clId="{16EAE87D-FCB6-496F-99A3-59DE24C89324}" dt="2025-10-04T07:10:36.205" v="2230" actId="2711"/>
            <ac:spMkLst>
              <pc:docMk/>
              <pc:sldMasterMk cId="4115078455" sldId="2147483775"/>
              <pc:sldLayoutMk cId="31043701" sldId="2147483791"/>
              <ac:spMk id="3" creationId="{00000000-0000-0000-0000-000000000000}"/>
            </ac:spMkLst>
          </pc:spChg>
        </pc:sldLayoutChg>
      </pc:sldMasterChg>
    </pc:docChg>
  </pc:docChgLst>
  <pc:docChgLst>
    <pc:chgData name="Patel Parth Pravinkumar" userId="S::parthpatel@iisc.ac.in::311fe0ea-a3e6-4d57-a06c-fa7a81ea5787" providerId="AD" clId="Web-{F41AB595-60D4-AA9F-3911-AF557BC35E23}"/>
    <pc:docChg chg="addSld delSld modSld sldOrd">
      <pc:chgData name="Patel Parth Pravinkumar" userId="S::parthpatel@iisc.ac.in::311fe0ea-a3e6-4d57-a06c-fa7a81ea5787" providerId="AD" clId="Web-{F41AB595-60D4-AA9F-3911-AF557BC35E23}" dt="2025-10-12T21:11:39.654" v="584" actId="20577"/>
      <pc:docMkLst>
        <pc:docMk/>
      </pc:docMkLst>
      <pc:sldChg chg="modSp">
        <pc:chgData name="Patel Parth Pravinkumar" userId="S::parthpatel@iisc.ac.in::311fe0ea-a3e6-4d57-a06c-fa7a81ea5787" providerId="AD" clId="Web-{F41AB595-60D4-AA9F-3911-AF557BC35E23}" dt="2025-10-12T20:59:19.745" v="256" actId="20577"/>
        <pc:sldMkLst>
          <pc:docMk/>
          <pc:sldMk cId="2909335198" sldId="1578"/>
        </pc:sldMkLst>
        <pc:spChg chg="mod">
          <ac:chgData name="Patel Parth Pravinkumar" userId="S::parthpatel@iisc.ac.in::311fe0ea-a3e6-4d57-a06c-fa7a81ea5787" providerId="AD" clId="Web-{F41AB595-60D4-AA9F-3911-AF557BC35E23}" dt="2025-10-12T20:58:18.119" v="230" actId="1076"/>
          <ac:spMkLst>
            <pc:docMk/>
            <pc:sldMk cId="2909335198" sldId="1578"/>
            <ac:spMk id="8" creationId="{2D62B7CA-2E81-3E7A-4178-D85ECE58B860}"/>
          </ac:spMkLst>
        </pc:spChg>
        <pc:spChg chg="mod">
          <ac:chgData name="Patel Parth Pravinkumar" userId="S::parthpatel@iisc.ac.in::311fe0ea-a3e6-4d57-a06c-fa7a81ea5787" providerId="AD" clId="Web-{F41AB595-60D4-AA9F-3911-AF557BC35E23}" dt="2025-10-12T20:59:19.745" v="256" actId="20577"/>
          <ac:spMkLst>
            <pc:docMk/>
            <pc:sldMk cId="2909335198" sldId="1578"/>
            <ac:spMk id="9" creationId="{47C04683-9D26-7720-A3F1-12D7D1DDB243}"/>
          </ac:spMkLst>
        </pc:spChg>
      </pc:sldChg>
      <pc:sldChg chg="modSp">
        <pc:chgData name="Patel Parth Pravinkumar" userId="S::parthpatel@iisc.ac.in::311fe0ea-a3e6-4d57-a06c-fa7a81ea5787" providerId="AD" clId="Web-{F41AB595-60D4-AA9F-3911-AF557BC35E23}" dt="2025-10-12T21:01:19.292" v="313" actId="20577"/>
        <pc:sldMkLst>
          <pc:docMk/>
          <pc:sldMk cId="3687015694" sldId="1594"/>
        </pc:sldMkLst>
        <pc:spChg chg="mod">
          <ac:chgData name="Patel Parth Pravinkumar" userId="S::parthpatel@iisc.ac.in::311fe0ea-a3e6-4d57-a06c-fa7a81ea5787" providerId="AD" clId="Web-{F41AB595-60D4-AA9F-3911-AF557BC35E23}" dt="2025-10-12T21:01:19.292" v="313" actId="20577"/>
          <ac:spMkLst>
            <pc:docMk/>
            <pc:sldMk cId="3687015694" sldId="1594"/>
            <ac:spMk id="9" creationId="{47C04683-9D26-7720-A3F1-12D7D1DDB243}"/>
          </ac:spMkLst>
        </pc:spChg>
      </pc:sldChg>
      <pc:sldChg chg="modSp">
        <pc:chgData name="Patel Parth Pravinkumar" userId="S::parthpatel@iisc.ac.in::311fe0ea-a3e6-4d57-a06c-fa7a81ea5787" providerId="AD" clId="Web-{F41AB595-60D4-AA9F-3911-AF557BC35E23}" dt="2025-10-12T21:03:21.264" v="371" actId="20577"/>
        <pc:sldMkLst>
          <pc:docMk/>
          <pc:sldMk cId="4218784260" sldId="1595"/>
        </pc:sldMkLst>
        <pc:spChg chg="mod">
          <ac:chgData name="Patel Parth Pravinkumar" userId="S::parthpatel@iisc.ac.in::311fe0ea-a3e6-4d57-a06c-fa7a81ea5787" providerId="AD" clId="Web-{F41AB595-60D4-AA9F-3911-AF557BC35E23}" dt="2025-10-12T21:03:21.264" v="371" actId="20577"/>
          <ac:spMkLst>
            <pc:docMk/>
            <pc:sldMk cId="4218784260" sldId="1595"/>
            <ac:spMk id="9" creationId="{47C04683-9D26-7720-A3F1-12D7D1DDB243}"/>
          </ac:spMkLst>
        </pc:spChg>
      </pc:sldChg>
      <pc:sldChg chg="modSp">
        <pc:chgData name="Patel Parth Pravinkumar" userId="S::parthpatel@iisc.ac.in::311fe0ea-a3e6-4d57-a06c-fa7a81ea5787" providerId="AD" clId="Web-{F41AB595-60D4-AA9F-3911-AF557BC35E23}" dt="2025-10-12T21:06:54.551" v="455" actId="20577"/>
        <pc:sldMkLst>
          <pc:docMk/>
          <pc:sldMk cId="587088236" sldId="1596"/>
        </pc:sldMkLst>
        <pc:spChg chg="mod">
          <ac:chgData name="Patel Parth Pravinkumar" userId="S::parthpatel@iisc.ac.in::311fe0ea-a3e6-4d57-a06c-fa7a81ea5787" providerId="AD" clId="Web-{F41AB595-60D4-AA9F-3911-AF557BC35E23}" dt="2025-10-12T21:06:54.551" v="455" actId="20577"/>
          <ac:spMkLst>
            <pc:docMk/>
            <pc:sldMk cId="587088236" sldId="1596"/>
            <ac:spMk id="9" creationId="{47C04683-9D26-7720-A3F1-12D7D1DDB243}"/>
          </ac:spMkLst>
        </pc:spChg>
      </pc:sldChg>
      <pc:sldChg chg="modSp">
        <pc:chgData name="Patel Parth Pravinkumar" userId="S::parthpatel@iisc.ac.in::311fe0ea-a3e6-4d57-a06c-fa7a81ea5787" providerId="AD" clId="Web-{F41AB595-60D4-AA9F-3911-AF557BC35E23}" dt="2025-10-12T21:11:39.654" v="584" actId="20577"/>
        <pc:sldMkLst>
          <pc:docMk/>
          <pc:sldMk cId="4226624743" sldId="1597"/>
        </pc:sldMkLst>
        <pc:spChg chg="mod">
          <ac:chgData name="Patel Parth Pravinkumar" userId="S::parthpatel@iisc.ac.in::311fe0ea-a3e6-4d57-a06c-fa7a81ea5787" providerId="AD" clId="Web-{F41AB595-60D4-AA9F-3911-AF557BC35E23}" dt="2025-10-12T21:11:39.654" v="584" actId="20577"/>
          <ac:spMkLst>
            <pc:docMk/>
            <pc:sldMk cId="4226624743" sldId="1597"/>
            <ac:spMk id="9" creationId="{47C04683-9D26-7720-A3F1-12D7D1DDB243}"/>
          </ac:spMkLst>
        </pc:spChg>
      </pc:sldChg>
      <pc:sldChg chg="modSp">
        <pc:chgData name="Patel Parth Pravinkumar" userId="S::parthpatel@iisc.ac.in::311fe0ea-a3e6-4d57-a06c-fa7a81ea5787" providerId="AD" clId="Web-{F41AB595-60D4-AA9F-3911-AF557BC35E23}" dt="2025-10-12T20:29:15.354" v="90" actId="20577"/>
        <pc:sldMkLst>
          <pc:docMk/>
          <pc:sldMk cId="826460473" sldId="1599"/>
        </pc:sldMkLst>
        <pc:spChg chg="mod">
          <ac:chgData name="Patel Parth Pravinkumar" userId="S::parthpatel@iisc.ac.in::311fe0ea-a3e6-4d57-a06c-fa7a81ea5787" providerId="AD" clId="Web-{F41AB595-60D4-AA9F-3911-AF557BC35E23}" dt="2025-10-12T20:29:15.354" v="90" actId="20577"/>
          <ac:spMkLst>
            <pc:docMk/>
            <pc:sldMk cId="826460473" sldId="1599"/>
            <ac:spMk id="9" creationId="{47C04683-9D26-7720-A3F1-12D7D1DDB243}"/>
          </ac:spMkLst>
        </pc:spChg>
      </pc:sldChg>
      <pc:sldChg chg="modSp">
        <pc:chgData name="Patel Parth Pravinkumar" userId="S::parthpatel@iisc.ac.in::311fe0ea-a3e6-4d57-a06c-fa7a81ea5787" providerId="AD" clId="Web-{F41AB595-60D4-AA9F-3911-AF557BC35E23}" dt="2025-10-12T20:54:23.133" v="140" actId="20577"/>
        <pc:sldMkLst>
          <pc:docMk/>
          <pc:sldMk cId="2255411984" sldId="1650"/>
        </pc:sldMkLst>
        <pc:spChg chg="mod">
          <ac:chgData name="Patel Parth Pravinkumar" userId="S::parthpatel@iisc.ac.in::311fe0ea-a3e6-4d57-a06c-fa7a81ea5787" providerId="AD" clId="Web-{F41AB595-60D4-AA9F-3911-AF557BC35E23}" dt="2025-10-12T20:21:04.327" v="0" actId="20577"/>
          <ac:spMkLst>
            <pc:docMk/>
            <pc:sldMk cId="2255411984" sldId="1650"/>
            <ac:spMk id="5" creationId="{049CF664-F5C7-ECCF-E2AC-E4EE51E7B0E1}"/>
          </ac:spMkLst>
        </pc:spChg>
        <pc:spChg chg="mod">
          <ac:chgData name="Patel Parth Pravinkumar" userId="S::parthpatel@iisc.ac.in::311fe0ea-a3e6-4d57-a06c-fa7a81ea5787" providerId="AD" clId="Web-{F41AB595-60D4-AA9F-3911-AF557BC35E23}" dt="2025-10-12T20:54:23.133" v="140" actId="20577"/>
          <ac:spMkLst>
            <pc:docMk/>
            <pc:sldMk cId="2255411984" sldId="1650"/>
            <ac:spMk id="6" creationId="{AEB76576-68BF-244C-B40E-1C5A72FE35DB}"/>
          </ac:spMkLst>
        </pc:spChg>
      </pc:sldChg>
      <pc:sldChg chg="modSp">
        <pc:chgData name="Patel Parth Pravinkumar" userId="S::parthpatel@iisc.ac.in::311fe0ea-a3e6-4d57-a06c-fa7a81ea5787" providerId="AD" clId="Web-{F41AB595-60D4-AA9F-3911-AF557BC35E23}" dt="2025-10-12T21:10:27.623" v="553" actId="20577"/>
        <pc:sldMkLst>
          <pc:docMk/>
          <pc:sldMk cId="3097419668" sldId="1825"/>
        </pc:sldMkLst>
        <pc:spChg chg="mod">
          <ac:chgData name="Patel Parth Pravinkumar" userId="S::parthpatel@iisc.ac.in::311fe0ea-a3e6-4d57-a06c-fa7a81ea5787" providerId="AD" clId="Web-{F41AB595-60D4-AA9F-3911-AF557BC35E23}" dt="2025-10-12T21:10:27.623" v="553" actId="20577"/>
          <ac:spMkLst>
            <pc:docMk/>
            <pc:sldMk cId="3097419668" sldId="1825"/>
            <ac:spMk id="9" creationId="{47C04683-9D26-7720-A3F1-12D7D1DDB243}"/>
          </ac:spMkLst>
        </pc:spChg>
      </pc:sldChg>
      <pc:sldChg chg="modSp del">
        <pc:chgData name="Patel Parth Pravinkumar" userId="S::parthpatel@iisc.ac.in::311fe0ea-a3e6-4d57-a06c-fa7a81ea5787" providerId="AD" clId="Web-{F41AB595-60D4-AA9F-3911-AF557BC35E23}" dt="2025-10-12T20:51:38.866" v="95"/>
        <pc:sldMkLst>
          <pc:docMk/>
          <pc:sldMk cId="73760142" sldId="1826"/>
        </pc:sldMkLst>
      </pc:sldChg>
      <pc:sldChg chg="ord">
        <pc:chgData name="Patel Parth Pravinkumar" userId="S::parthpatel@iisc.ac.in::311fe0ea-a3e6-4d57-a06c-fa7a81ea5787" providerId="AD" clId="Web-{F41AB595-60D4-AA9F-3911-AF557BC35E23}" dt="2025-10-12T20:51:55.491" v="97"/>
        <pc:sldMkLst>
          <pc:docMk/>
          <pc:sldMk cId="2021754146" sldId="1827"/>
        </pc:sldMkLst>
      </pc:sldChg>
      <pc:sldChg chg="addSp delSp modSp new mod setBg">
        <pc:chgData name="Patel Parth Pravinkumar" userId="S::parthpatel@iisc.ac.in::311fe0ea-a3e6-4d57-a06c-fa7a81ea5787" providerId="AD" clId="Web-{F41AB595-60D4-AA9F-3911-AF557BC35E23}" dt="2025-10-12T20:53:55.836" v="137" actId="14100"/>
        <pc:sldMkLst>
          <pc:docMk/>
          <pc:sldMk cId="1751249483" sldId="1828"/>
        </pc:sldMkLst>
      </pc:sldChg>
      <pc:sldChg chg="modSp new">
        <pc:chgData name="Patel Parth Pravinkumar" userId="S::parthpatel@iisc.ac.in::311fe0ea-a3e6-4d57-a06c-fa7a81ea5787" providerId="AD" clId="Web-{F41AB595-60D4-AA9F-3911-AF557BC35E23}" dt="2025-10-12T21:09:16.887" v="531" actId="20577"/>
        <pc:sldMkLst>
          <pc:docMk/>
          <pc:sldMk cId="604068881" sldId="1829"/>
        </pc:sldMkLst>
      </pc:sldChg>
    </pc:docChg>
  </pc:docChgLst>
  <pc:docChgLst>
    <pc:chgData name="Ninad Sitaram Phadnis" userId="S::ninadphadnis@iisc.ac.in::4df774ca-c4bc-443d-8228-34f6e20fc7d1" providerId="AD" clId="Web-{94399E09-BCC1-3C67-9284-0BBD98193E7C}"/>
    <pc:docChg chg="modSld">
      <pc:chgData name="Ninad Sitaram Phadnis" userId="S::ninadphadnis@iisc.ac.in::4df774ca-c4bc-443d-8228-34f6e20fc7d1" providerId="AD" clId="Web-{94399E09-BCC1-3C67-9284-0BBD98193E7C}" dt="2025-10-10T12:20:13.088" v="13" actId="20577"/>
      <pc:docMkLst>
        <pc:docMk/>
      </pc:docMkLst>
      <pc:sldChg chg="modSp">
        <pc:chgData name="Ninad Sitaram Phadnis" userId="S::ninadphadnis@iisc.ac.in::4df774ca-c4bc-443d-8228-34f6e20fc7d1" providerId="AD" clId="Web-{94399E09-BCC1-3C67-9284-0BBD98193E7C}" dt="2025-10-10T12:20:13.088" v="13" actId="20577"/>
        <pc:sldMkLst>
          <pc:docMk/>
          <pc:sldMk cId="2909335198" sldId="1578"/>
        </pc:sldMkLst>
      </pc:sldChg>
    </pc:docChg>
  </pc:docChgLst>
  <pc:docChgLst>
    <pc:chgData name="Patel Parth Pravinkumar" userId="S::parthpatel@iisc.ac.in::311fe0ea-a3e6-4d57-a06c-fa7a81ea5787" providerId="AD" clId="Web-{379FCE38-2192-6117-B083-EC92C8FC4597}"/>
    <pc:docChg chg="addSld delSld modSld">
      <pc:chgData name="Patel Parth Pravinkumar" userId="S::parthpatel@iisc.ac.in::311fe0ea-a3e6-4d57-a06c-fa7a81ea5787" providerId="AD" clId="Web-{379FCE38-2192-6117-B083-EC92C8FC4597}" dt="2025-10-14T13:01:21.045" v="70"/>
      <pc:docMkLst>
        <pc:docMk/>
      </pc:docMkLst>
      <pc:sldChg chg="modSp">
        <pc:chgData name="Patel Parth Pravinkumar" userId="S::parthpatel@iisc.ac.in::311fe0ea-a3e6-4d57-a06c-fa7a81ea5787" providerId="AD" clId="Web-{379FCE38-2192-6117-B083-EC92C8FC4597}" dt="2025-10-14T12:56:14.537" v="18" actId="20577"/>
        <pc:sldMkLst>
          <pc:docMk/>
          <pc:sldMk cId="2909335198" sldId="1578"/>
        </pc:sldMkLst>
        <pc:spChg chg="mod">
          <ac:chgData name="Patel Parth Pravinkumar" userId="S::parthpatel@iisc.ac.in::311fe0ea-a3e6-4d57-a06c-fa7a81ea5787" providerId="AD" clId="Web-{379FCE38-2192-6117-B083-EC92C8FC4597}" dt="2025-10-14T12:56:14.537" v="18" actId="20577"/>
          <ac:spMkLst>
            <pc:docMk/>
            <pc:sldMk cId="2909335198" sldId="1578"/>
            <ac:spMk id="9" creationId="{47C04683-9D26-7720-A3F1-12D7D1DDB243}"/>
          </ac:spMkLst>
        </pc:spChg>
      </pc:sldChg>
      <pc:sldChg chg="modSp">
        <pc:chgData name="Patel Parth Pravinkumar" userId="S::parthpatel@iisc.ac.in::311fe0ea-a3e6-4d57-a06c-fa7a81ea5787" providerId="AD" clId="Web-{379FCE38-2192-6117-B083-EC92C8FC4597}" dt="2025-10-14T12:56:24.490" v="21" actId="20577"/>
        <pc:sldMkLst>
          <pc:docMk/>
          <pc:sldMk cId="3687015694" sldId="1594"/>
        </pc:sldMkLst>
        <pc:spChg chg="mod">
          <ac:chgData name="Patel Parth Pravinkumar" userId="S::parthpatel@iisc.ac.in::311fe0ea-a3e6-4d57-a06c-fa7a81ea5787" providerId="AD" clId="Web-{379FCE38-2192-6117-B083-EC92C8FC4597}" dt="2025-10-14T12:56:24.490" v="21" actId="20577"/>
          <ac:spMkLst>
            <pc:docMk/>
            <pc:sldMk cId="3687015694" sldId="1594"/>
            <ac:spMk id="9" creationId="{47C04683-9D26-7720-A3F1-12D7D1DDB243}"/>
          </ac:spMkLst>
        </pc:spChg>
      </pc:sldChg>
      <pc:sldChg chg="modSp">
        <pc:chgData name="Patel Parth Pravinkumar" userId="S::parthpatel@iisc.ac.in::311fe0ea-a3e6-4d57-a06c-fa7a81ea5787" providerId="AD" clId="Web-{379FCE38-2192-6117-B083-EC92C8FC4597}" dt="2025-10-14T12:56:36.021" v="32" actId="20577"/>
        <pc:sldMkLst>
          <pc:docMk/>
          <pc:sldMk cId="4218784260" sldId="1595"/>
        </pc:sldMkLst>
        <pc:spChg chg="mod">
          <ac:chgData name="Patel Parth Pravinkumar" userId="S::parthpatel@iisc.ac.in::311fe0ea-a3e6-4d57-a06c-fa7a81ea5787" providerId="AD" clId="Web-{379FCE38-2192-6117-B083-EC92C8FC4597}" dt="2025-10-14T12:56:36.021" v="32" actId="20577"/>
          <ac:spMkLst>
            <pc:docMk/>
            <pc:sldMk cId="4218784260" sldId="1595"/>
            <ac:spMk id="9" creationId="{47C04683-9D26-7720-A3F1-12D7D1DDB243}"/>
          </ac:spMkLst>
        </pc:spChg>
      </pc:sldChg>
      <pc:sldChg chg="modSp">
        <pc:chgData name="Patel Parth Pravinkumar" userId="S::parthpatel@iisc.ac.in::311fe0ea-a3e6-4d57-a06c-fa7a81ea5787" providerId="AD" clId="Web-{379FCE38-2192-6117-B083-EC92C8FC4597}" dt="2025-10-14T12:57:02.334" v="36" actId="20577"/>
        <pc:sldMkLst>
          <pc:docMk/>
          <pc:sldMk cId="587088236" sldId="1596"/>
        </pc:sldMkLst>
        <pc:spChg chg="mod">
          <ac:chgData name="Patel Parth Pravinkumar" userId="S::parthpatel@iisc.ac.in::311fe0ea-a3e6-4d57-a06c-fa7a81ea5787" providerId="AD" clId="Web-{379FCE38-2192-6117-B083-EC92C8FC4597}" dt="2025-10-14T12:57:02.334" v="36" actId="20577"/>
          <ac:spMkLst>
            <pc:docMk/>
            <pc:sldMk cId="587088236" sldId="1596"/>
            <ac:spMk id="9" creationId="{47C04683-9D26-7720-A3F1-12D7D1DDB243}"/>
          </ac:spMkLst>
        </pc:spChg>
      </pc:sldChg>
      <pc:sldChg chg="modSp">
        <pc:chgData name="Patel Parth Pravinkumar" userId="S::parthpatel@iisc.ac.in::311fe0ea-a3e6-4d57-a06c-fa7a81ea5787" providerId="AD" clId="Web-{379FCE38-2192-6117-B083-EC92C8FC4597}" dt="2025-10-14T12:57:46.912" v="50" actId="20577"/>
        <pc:sldMkLst>
          <pc:docMk/>
          <pc:sldMk cId="4226624743" sldId="1597"/>
        </pc:sldMkLst>
        <pc:spChg chg="mod">
          <ac:chgData name="Patel Parth Pravinkumar" userId="S::parthpatel@iisc.ac.in::311fe0ea-a3e6-4d57-a06c-fa7a81ea5787" providerId="AD" clId="Web-{379FCE38-2192-6117-B083-EC92C8FC4597}" dt="2025-10-14T12:57:46.912" v="50" actId="20577"/>
          <ac:spMkLst>
            <pc:docMk/>
            <pc:sldMk cId="4226624743" sldId="1597"/>
            <ac:spMk id="9" creationId="{47C04683-9D26-7720-A3F1-12D7D1DDB243}"/>
          </ac:spMkLst>
        </pc:spChg>
      </pc:sldChg>
      <pc:sldChg chg="modSp">
        <pc:chgData name="Patel Parth Pravinkumar" userId="S::parthpatel@iisc.ac.in::311fe0ea-a3e6-4d57-a06c-fa7a81ea5787" providerId="AD" clId="Web-{379FCE38-2192-6117-B083-EC92C8FC4597}" dt="2025-10-14T12:57:52.240" v="52" actId="20577"/>
        <pc:sldMkLst>
          <pc:docMk/>
          <pc:sldMk cId="826460473" sldId="1599"/>
        </pc:sldMkLst>
        <pc:spChg chg="mod">
          <ac:chgData name="Patel Parth Pravinkumar" userId="S::parthpatel@iisc.ac.in::311fe0ea-a3e6-4d57-a06c-fa7a81ea5787" providerId="AD" clId="Web-{379FCE38-2192-6117-B083-EC92C8FC4597}" dt="2025-10-14T12:57:52.240" v="52" actId="20577"/>
          <ac:spMkLst>
            <pc:docMk/>
            <pc:sldMk cId="826460473" sldId="1599"/>
            <ac:spMk id="9" creationId="{47C04683-9D26-7720-A3F1-12D7D1DDB243}"/>
          </ac:spMkLst>
        </pc:spChg>
      </pc:sldChg>
      <pc:sldChg chg="modSp">
        <pc:chgData name="Patel Parth Pravinkumar" userId="S::parthpatel@iisc.ac.in::311fe0ea-a3e6-4d57-a06c-fa7a81ea5787" providerId="AD" clId="Web-{379FCE38-2192-6117-B083-EC92C8FC4597}" dt="2025-10-14T12:55:51.474" v="10" actId="20577"/>
        <pc:sldMkLst>
          <pc:docMk/>
          <pc:sldMk cId="2255411984" sldId="1650"/>
        </pc:sldMkLst>
        <pc:spChg chg="mod">
          <ac:chgData name="Patel Parth Pravinkumar" userId="S::parthpatel@iisc.ac.in::311fe0ea-a3e6-4d57-a06c-fa7a81ea5787" providerId="AD" clId="Web-{379FCE38-2192-6117-B083-EC92C8FC4597}" dt="2025-10-14T12:55:51.474" v="10" actId="20577"/>
          <ac:spMkLst>
            <pc:docMk/>
            <pc:sldMk cId="2255411984" sldId="1650"/>
            <ac:spMk id="5" creationId="{049CF664-F5C7-ECCF-E2AC-E4EE51E7B0E1}"/>
          </ac:spMkLst>
        </pc:spChg>
        <pc:spChg chg="mod">
          <ac:chgData name="Patel Parth Pravinkumar" userId="S::parthpatel@iisc.ac.in::311fe0ea-a3e6-4d57-a06c-fa7a81ea5787" providerId="AD" clId="Web-{379FCE38-2192-6117-B083-EC92C8FC4597}" dt="2025-10-14T12:55:11.192" v="3" actId="20577"/>
          <ac:spMkLst>
            <pc:docMk/>
            <pc:sldMk cId="2255411984" sldId="1650"/>
            <ac:spMk id="6" creationId="{AEB76576-68BF-244C-B40E-1C5A72FE35DB}"/>
          </ac:spMkLst>
        </pc:spChg>
        <pc:picChg chg="mod">
          <ac:chgData name="Patel Parth Pravinkumar" userId="S::parthpatel@iisc.ac.in::311fe0ea-a3e6-4d57-a06c-fa7a81ea5787" providerId="AD" clId="Web-{379FCE38-2192-6117-B083-EC92C8FC4597}" dt="2025-10-14T12:55:18.349" v="5" actId="1076"/>
          <ac:picMkLst>
            <pc:docMk/>
            <pc:sldMk cId="2255411984" sldId="1650"/>
            <ac:picMk id="9" creationId="{AE4B7A1B-652F-A092-FEB5-299C9B5CA6BE}"/>
          </ac:picMkLst>
        </pc:picChg>
      </pc:sldChg>
      <pc:sldChg chg="modSp">
        <pc:chgData name="Patel Parth Pravinkumar" userId="S::parthpatel@iisc.ac.in::311fe0ea-a3e6-4d57-a06c-fa7a81ea5787" providerId="AD" clId="Web-{379FCE38-2192-6117-B083-EC92C8FC4597}" dt="2025-10-14T12:57:27.131" v="45" actId="20577"/>
        <pc:sldMkLst>
          <pc:docMk/>
          <pc:sldMk cId="3097419668" sldId="1825"/>
        </pc:sldMkLst>
        <pc:spChg chg="mod">
          <ac:chgData name="Patel Parth Pravinkumar" userId="S::parthpatel@iisc.ac.in::311fe0ea-a3e6-4d57-a06c-fa7a81ea5787" providerId="AD" clId="Web-{379FCE38-2192-6117-B083-EC92C8FC4597}" dt="2025-10-14T12:57:27.131" v="45" actId="20577"/>
          <ac:spMkLst>
            <pc:docMk/>
            <pc:sldMk cId="3097419668" sldId="1825"/>
            <ac:spMk id="9" creationId="{47C04683-9D26-7720-A3F1-12D7D1DDB243}"/>
          </ac:spMkLst>
        </pc:spChg>
      </pc:sldChg>
      <pc:sldChg chg="addSp delSp modSp add del">
        <pc:chgData name="Patel Parth Pravinkumar" userId="S::parthpatel@iisc.ac.in::311fe0ea-a3e6-4d57-a06c-fa7a81ea5787" providerId="AD" clId="Web-{379FCE38-2192-6117-B083-EC92C8FC4597}" dt="2025-10-14T12:59:18.587" v="68"/>
        <pc:sldMkLst>
          <pc:docMk/>
          <pc:sldMk cId="1751249483" sldId="1828"/>
        </pc:sldMkLst>
      </pc:sldChg>
      <pc:sldChg chg="del">
        <pc:chgData name="Patel Parth Pravinkumar" userId="S::parthpatel@iisc.ac.in::311fe0ea-a3e6-4d57-a06c-fa7a81ea5787" providerId="AD" clId="Web-{379FCE38-2192-6117-B083-EC92C8FC4597}" dt="2025-10-14T12:57:09.787" v="37"/>
        <pc:sldMkLst>
          <pc:docMk/>
          <pc:sldMk cId="604068881" sldId="1829"/>
        </pc:sldMkLst>
      </pc:sldChg>
      <pc:sldChg chg="new del">
        <pc:chgData name="Patel Parth Pravinkumar" userId="S::parthpatel@iisc.ac.in::311fe0ea-a3e6-4d57-a06c-fa7a81ea5787" providerId="AD" clId="Web-{379FCE38-2192-6117-B083-EC92C8FC4597}" dt="2025-10-14T12:58:08.318" v="55"/>
        <pc:sldMkLst>
          <pc:docMk/>
          <pc:sldMk cId="1366607728" sldId="1829"/>
        </pc:sldMkLst>
      </pc:sldChg>
      <pc:sldChg chg="addSp delSp modSp new">
        <pc:chgData name="Patel Parth Pravinkumar" userId="S::parthpatel@iisc.ac.in::311fe0ea-a3e6-4d57-a06c-fa7a81ea5787" providerId="AD" clId="Web-{379FCE38-2192-6117-B083-EC92C8FC4597}" dt="2025-10-14T13:01:21.045" v="70"/>
        <pc:sldMkLst>
          <pc:docMk/>
          <pc:sldMk cId="3099171970" sldId="182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9B5162-31D5-D27B-CB8B-8469F66660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14EB8204-F427-3587-2023-45F3DF3CAD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D0B005-AE3F-4DA2-9559-980D1360C114}" type="datetimeFigureOut">
              <a:rPr lang="en-SG" smtClean="0"/>
              <a:t>30/11/2025</a:t>
            </a:fld>
            <a:endParaRPr lang="en-SG"/>
          </a:p>
        </p:txBody>
      </p:sp>
      <p:sp>
        <p:nvSpPr>
          <p:cNvPr id="4" name="Footer Placeholder 3">
            <a:extLst>
              <a:ext uri="{FF2B5EF4-FFF2-40B4-BE49-F238E27FC236}">
                <a16:creationId xmlns:a16="http://schemas.microsoft.com/office/drawing/2014/main" id="{B1FF136A-E7CF-98B4-480E-A32119CB16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02167F81-B274-2766-0143-5AF2148974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42E51-4BA4-41E8-8E38-E80BA45B03F6}" type="slidenum">
              <a:rPr lang="en-SG" smtClean="0"/>
              <a:t>‹#›</a:t>
            </a:fld>
            <a:endParaRPr lang="en-SG"/>
          </a:p>
        </p:txBody>
      </p:sp>
    </p:spTree>
    <p:extLst>
      <p:ext uri="{BB962C8B-B14F-4D97-AF65-F5344CB8AC3E}">
        <p14:creationId xmlns:p14="http://schemas.microsoft.com/office/powerpoint/2010/main" val="11558915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A0547B-158A-49BE-8714-80B0BEEFC392}" type="datetimeFigureOut">
              <a:rPr lang="en-SG" smtClean="0"/>
              <a:t>30/11/2025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1C9C6-E11A-4277-9787-7297B88DF7E0}" type="slidenum">
              <a:rPr lang="en-SG" smtClean="0"/>
              <a:t>‹#›</a:t>
            </a:fld>
            <a:endParaRPr lang="en-SG"/>
          </a:p>
        </p:txBody>
      </p:sp>
    </p:spTree>
    <p:extLst>
      <p:ext uri="{BB962C8B-B14F-4D97-AF65-F5344CB8AC3E}">
        <p14:creationId xmlns:p14="http://schemas.microsoft.com/office/powerpoint/2010/main" val="2715609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B40B-983F-620E-9CBD-074E1E0E6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DEC67-8A8C-151F-806A-7B4E3466F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13062-51E3-389D-4710-8EB6DF0CFAD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1858CDE-2AFF-F02B-8621-6357FA80B1D7}"/>
              </a:ext>
            </a:extLst>
          </p:cNvPr>
          <p:cNvSpPr>
            <a:spLocks noGrp="1"/>
          </p:cNvSpPr>
          <p:nvPr>
            <p:ph type="sldNum" sz="quarter" idx="5"/>
          </p:nvPr>
        </p:nvSpPr>
        <p:spPr/>
        <p:txBody>
          <a:bodyPr/>
          <a:lstStyle/>
          <a:p>
            <a:fld id="{61D1C9C6-E11A-4277-9787-7297B88DF7E0}" type="slidenum">
              <a:rPr lang="en-SG" smtClean="0"/>
              <a:t>1</a:t>
            </a:fld>
            <a:endParaRPr lang="en-SG"/>
          </a:p>
        </p:txBody>
      </p:sp>
    </p:spTree>
    <p:extLst>
      <p:ext uri="{BB962C8B-B14F-4D97-AF65-F5344CB8AC3E}">
        <p14:creationId xmlns:p14="http://schemas.microsoft.com/office/powerpoint/2010/main" val="2595753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3600" spc="-50" baseline="0">
                <a:solidFill>
                  <a:srgbClr val="125C99"/>
                </a:solidFill>
              </a:defRPr>
            </a:lvl1pPr>
          </a:lstStyle>
          <a:p>
            <a:r>
              <a:rPr lang="en-US"/>
              <a:t>Title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b="0" i="1" cap="none" spc="200" baseline="0">
                <a:solidFill>
                  <a:srgbClr val="125C99"/>
                </a:solidFill>
                <a:latin typeface="Graphik Light" panose="020B040303020206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6" name="Rectangle 5">
            <a:extLst>
              <a:ext uri="{FF2B5EF4-FFF2-40B4-BE49-F238E27FC236}">
                <a16:creationId xmlns:a16="http://schemas.microsoft.com/office/drawing/2014/main" id="{55E40B5F-8E85-EEE8-22B5-A003E0B82F48}"/>
              </a:ext>
            </a:extLst>
          </p:cNvPr>
          <p:cNvSpPr/>
          <p:nvPr userDrawn="1"/>
        </p:nvSpPr>
        <p:spPr>
          <a:xfrm>
            <a:off x="0" y="6398324"/>
            <a:ext cx="12188825" cy="4572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89904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Clr>
                <a:srgbClr val="C32B61"/>
              </a:buClr>
              <a:defRPr>
                <a:latin typeface="Arial Nova" panose="020B0504020202020204" pitchFamily="34" charset="0"/>
              </a:defRPr>
            </a:lvl1pPr>
            <a:lvl2pPr>
              <a:buClr>
                <a:srgbClr val="C32B61"/>
              </a:buClr>
              <a:defRPr>
                <a:latin typeface="Arial Nova" panose="020B0504020202020204" pitchFamily="34" charset="0"/>
              </a:defRPr>
            </a:lvl2pPr>
            <a:lvl3pPr>
              <a:buClr>
                <a:srgbClr val="C32B61"/>
              </a:buClr>
              <a:defRPr>
                <a:latin typeface="Arial Nova" panose="020B0504020202020204" pitchFamily="34" charset="0"/>
              </a:defRPr>
            </a:lvl3pPr>
            <a:lvl4pPr>
              <a:buClr>
                <a:srgbClr val="C32B61"/>
              </a:buClr>
              <a:defRPr>
                <a:latin typeface="Arial Nova" panose="020B0504020202020204" pitchFamily="34" charset="0"/>
              </a:defRPr>
            </a:lvl4pPr>
            <a:lvl5pPr>
              <a:buClr>
                <a:srgbClr val="C32B61"/>
              </a:buClr>
              <a:defRPr>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lvl1pPr>
              <a:defRPr>
                <a:solidFill>
                  <a:srgbClr val="125C99"/>
                </a:solidFill>
              </a:defRPr>
            </a:lvl1p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881070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it-IT"/>
              <a:t>DA 204o: Data Science in Practice</a:t>
            </a:r>
            <a:endParaRPr lang="en-SG"/>
          </a:p>
        </p:txBody>
      </p:sp>
      <p:sp>
        <p:nvSpPr>
          <p:cNvPr id="5" name="Slide Number Placeholder 4"/>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225785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Tx" preserve="1">
  <p:cSld name="5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spTree>
    <p:extLst>
      <p:ext uri="{BB962C8B-B14F-4D97-AF65-F5344CB8AC3E}">
        <p14:creationId xmlns:p14="http://schemas.microsoft.com/office/powerpoint/2010/main" val="31043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Tx" preserve="1">
  <p:cSld name="4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D9C957-3D36-784B-CCB2-F897908B8900}"/>
              </a:ext>
            </a:extLst>
          </p:cNvPr>
          <p:cNvSpPr/>
          <p:nvPr userDrawn="1"/>
        </p:nvSpPr>
        <p:spPr>
          <a:xfrm>
            <a:off x="16" y="0"/>
            <a:ext cx="4050791" cy="68580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17251"/>
            <a:ext cx="3200400" cy="2104007"/>
          </a:xfrm>
        </p:spPr>
        <p:txBody>
          <a:bodyPr anchor="b">
            <a:normAutofit/>
          </a:bodyPr>
          <a:lstStyle>
            <a:lvl1pPr>
              <a:lnSpc>
                <a:spcPct val="100000"/>
              </a:lnSpc>
              <a:defRPr sz="3200" b="1">
                <a:solidFill>
                  <a:schemeClr val="bg1"/>
                </a:solidFill>
                <a:latin typeface="Arial Nova" panose="020B0504020202020204" pitchFamily="34" charset="0"/>
              </a:defRPr>
            </a:lvl1pPr>
          </a:lstStyle>
          <a:p>
            <a:r>
              <a:rPr lang="en-US"/>
              <a:t>Click to edit Master title style</a:t>
            </a:r>
          </a:p>
        </p:txBody>
      </p:sp>
      <p:sp>
        <p:nvSpPr>
          <p:cNvPr id="3" name="Content Placeholder 2"/>
          <p:cNvSpPr>
            <a:spLocks noGrp="1"/>
          </p:cNvSpPr>
          <p:nvPr>
            <p:ph idx="1"/>
          </p:nvPr>
        </p:nvSpPr>
        <p:spPr>
          <a:xfrm>
            <a:off x="4403324" y="417251"/>
            <a:ext cx="7448365" cy="5887954"/>
          </a:xfrm>
        </p:spPr>
        <p:txBody>
          <a:bodyPr>
            <a:normAutofit/>
          </a:bodyPr>
          <a:lstStyle>
            <a:lvl1pPr>
              <a:defRPr sz="2400">
                <a:latin typeface="Arial Nova" panose="020B0504020202020204" pitchFamily="34" charset="0"/>
              </a:defRPr>
            </a:lvl1pPr>
            <a:lvl2pPr>
              <a:defRPr sz="2000">
                <a:latin typeface="Arial Nova" panose="020B0504020202020204" pitchFamily="34" charset="0"/>
              </a:defRPr>
            </a:lvl2pPr>
            <a:lvl3pPr>
              <a:defRPr sz="1600">
                <a:latin typeface="Arial Nova" panose="020B0504020202020204" pitchFamily="34" charset="0"/>
              </a:defRPr>
            </a:lvl3pPr>
            <a:lvl4pPr>
              <a:defRPr sz="1600">
                <a:latin typeface="Arial Nova" panose="020B0504020202020204" pitchFamily="34" charset="0"/>
              </a:defRPr>
            </a:lvl4pPr>
            <a:lvl5pPr>
              <a:defRPr sz="1600">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2000">
                <a:solidFill>
                  <a:schemeClr val="bg1"/>
                </a:solidFill>
                <a:latin typeface="Graphik Regular" panose="020B0503030202060203"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4415108" y="6448459"/>
            <a:ext cx="4714449" cy="376449"/>
          </a:xfrm>
        </p:spPr>
        <p:txBody>
          <a:bodyPr/>
          <a:lstStyle>
            <a:lvl1pPr algn="l">
              <a:defRPr>
                <a:solidFill>
                  <a:schemeClr val="bg1">
                    <a:lumMod val="50000"/>
                  </a:schemeClr>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pic>
        <p:nvPicPr>
          <p:cNvPr id="1026" name="Picture 2">
            <a:extLst>
              <a:ext uri="{FF2B5EF4-FFF2-40B4-BE49-F238E27FC236}">
                <a16:creationId xmlns:a16="http://schemas.microsoft.com/office/drawing/2014/main" id="{2DC710EE-2F6A-88D9-2835-61B2028C8D93}"/>
              </a:ext>
            </a:extLst>
          </p:cNvPr>
          <p:cNvPicPr>
            <a:picLocks noChangeAspect="1" noChangeArrowheads="1"/>
          </p:cNvPicPr>
          <p:nvPr userDrawn="1"/>
        </p:nvPicPr>
        <p:blipFill>
          <a:blip r:embed="rId2">
            <a:alphaModFix amt="5000"/>
            <a:extLst>
              <a:ext uri="{28A0092B-C50C-407E-A947-70E740481C1C}">
                <a14:useLocalDpi xmlns:a14="http://schemas.microsoft.com/office/drawing/2010/main" val="0"/>
              </a:ext>
            </a:extLst>
          </a:blip>
          <a:srcRect/>
          <a:stretch>
            <a:fillRect/>
          </a:stretch>
        </p:blipFill>
        <p:spPr bwMode="auto">
          <a:xfrm>
            <a:off x="340311" y="3028685"/>
            <a:ext cx="3552917" cy="3552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2426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3984" y="106532"/>
            <a:ext cx="11532093" cy="63031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363984" y="941033"/>
            <a:ext cx="11532093" cy="535071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none" baseline="0">
                <a:solidFill>
                  <a:schemeClr val="bg1">
                    <a:lumMod val="50000"/>
                  </a:schemeClr>
                </a:solidFill>
                <a:latin typeface="Arial Nova" panose="020B0504020202020204" pitchFamily="34" charset="0"/>
              </a:defRPr>
            </a:lvl1pPr>
          </a:lstStyle>
          <a:p>
            <a:r>
              <a:rPr lang="it-IT"/>
              <a:t>DA 204o: Data Science in Practice</a:t>
            </a:r>
            <a:endParaRPr lang="en-SG"/>
          </a:p>
        </p:txBody>
      </p:sp>
      <p:sp>
        <p:nvSpPr>
          <p:cNvPr id="6" name="Slide Number Placeholder 5"/>
          <p:cNvSpPr>
            <a:spLocks noGrp="1"/>
          </p:cNvSpPr>
          <p:nvPr>
            <p:ph type="sldNum" sz="quarter" idx="4"/>
          </p:nvPr>
        </p:nvSpPr>
        <p:spPr>
          <a:xfrm>
            <a:off x="10879975" y="6459784"/>
            <a:ext cx="1312025" cy="365125"/>
          </a:xfrm>
          <a:prstGeom prst="rect">
            <a:avLst/>
          </a:prstGeom>
          <a:noFill/>
        </p:spPr>
        <p:txBody>
          <a:bodyPr vert="horz" lIns="91440" tIns="45720" rIns="91440" bIns="45720" rtlCol="0" anchor="ctr"/>
          <a:lstStyle>
            <a:lvl1pPr algn="r">
              <a:defRPr sz="900">
                <a:solidFill>
                  <a:schemeClr val="bg1">
                    <a:lumMod val="50000"/>
                  </a:schemeClr>
                </a:solidFill>
                <a:latin typeface="Arial Nova" panose="020B0504020202020204" pitchFamily="34" charset="0"/>
              </a:defRPr>
            </a:lvl1pPr>
          </a:lstStyle>
          <a:p>
            <a:fld id="{BF1758FF-0BF1-4103-A89A-38EC40E85429}" type="slidenum">
              <a:rPr lang="en-SG" smtClean="0"/>
              <a:pPr/>
              <a:t>‹#›</a:t>
            </a:fld>
            <a:endParaRPr lang="en-SG"/>
          </a:p>
        </p:txBody>
      </p:sp>
      <p:sp>
        <p:nvSpPr>
          <p:cNvPr id="9" name="Rectangle 8">
            <a:extLst>
              <a:ext uri="{FF2B5EF4-FFF2-40B4-BE49-F238E27FC236}">
                <a16:creationId xmlns:a16="http://schemas.microsoft.com/office/drawing/2014/main" id="{E101544A-9BB0-391C-AD93-827BB2E263E8}"/>
              </a:ext>
            </a:extLst>
          </p:cNvPr>
          <p:cNvSpPr/>
          <p:nvPr userDrawn="1"/>
        </p:nvSpPr>
        <p:spPr>
          <a:xfrm>
            <a:off x="-106787" y="0"/>
            <a:ext cx="213574" cy="736847"/>
          </a:xfrm>
          <a:prstGeom prst="rect">
            <a:avLst/>
          </a:prstGeom>
          <a:solidFill>
            <a:srgbClr val="C32B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11507845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82" r:id="rId3"/>
    <p:sldLayoutId id="2147483791" r:id="rId4"/>
    <p:sldLayoutId id="2147483790" r:id="rId5"/>
  </p:sldLayoutIdLst>
  <p:hf hdr="0" dt="0"/>
  <p:txStyles>
    <p:titleStyle>
      <a:lvl1pPr algn="l" defTabSz="914400" rtl="0" eaLnBrk="1" latinLnBrk="0" hangingPunct="1">
        <a:lnSpc>
          <a:spcPct val="85000"/>
        </a:lnSpc>
        <a:spcBef>
          <a:spcPct val="0"/>
        </a:spcBef>
        <a:buNone/>
        <a:defRPr sz="3200" b="1" kern="1200" spc="-50" baseline="0">
          <a:solidFill>
            <a:srgbClr val="125C99"/>
          </a:solidFill>
          <a:latin typeface="Arial Nova" panose="020B0504020202020204" pitchFamily="34" charset="0"/>
          <a:ea typeface="+mj-ea"/>
          <a:cs typeface="+mj-cs"/>
        </a:defRPr>
      </a:lvl1pPr>
    </p:titleStyle>
    <p:bodyStyle>
      <a:lvl1pPr marL="216000" indent="-216000" algn="l" defTabSz="914400" rtl="0" eaLnBrk="1" latinLnBrk="0" hangingPunct="1">
        <a:lnSpc>
          <a:spcPct val="90000"/>
        </a:lnSpc>
        <a:spcBef>
          <a:spcPts val="1200"/>
        </a:spcBef>
        <a:spcAft>
          <a:spcPts val="200"/>
        </a:spcAft>
        <a:buClr>
          <a:srgbClr val="C32B61"/>
        </a:buClr>
        <a:buSzPct val="100000"/>
        <a:buFont typeface="Symbol" panose="05050102010706020507" pitchFamily="18" charset="2"/>
        <a:buChar char=""/>
        <a:defRPr sz="2400" kern="1200">
          <a:solidFill>
            <a:schemeClr val="tx1">
              <a:lumMod val="75000"/>
              <a:lumOff val="25000"/>
            </a:schemeClr>
          </a:solidFill>
          <a:latin typeface="Arial Nova" panose="020B0504020202020204" pitchFamily="34" charset="0"/>
          <a:ea typeface="+mn-ea"/>
          <a:cs typeface="+mn-cs"/>
        </a:defRPr>
      </a:lvl1pPr>
      <a:lvl2pPr marL="48691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2000" kern="1200">
          <a:solidFill>
            <a:schemeClr val="tx1">
              <a:lumMod val="75000"/>
              <a:lumOff val="25000"/>
            </a:schemeClr>
          </a:solidFill>
          <a:latin typeface="Arial Nova" panose="020B0504020202020204" pitchFamily="34" charset="0"/>
          <a:ea typeface="+mn-ea"/>
          <a:cs typeface="+mn-cs"/>
        </a:defRPr>
      </a:lvl2pPr>
      <a:lvl3pPr marL="66979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3pPr>
      <a:lvl4pPr marL="85267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4pPr>
      <a:lvl5pPr marL="1035558" indent="-285750" algn="l" defTabSz="914400" rtl="0" eaLnBrk="1" latinLnBrk="0" hangingPunct="1">
        <a:lnSpc>
          <a:spcPct val="90000"/>
        </a:lnSpc>
        <a:spcBef>
          <a:spcPts val="200"/>
        </a:spcBef>
        <a:spcAft>
          <a:spcPts val="400"/>
        </a:spcAft>
        <a:buClr>
          <a:srgbClr val="C32B61"/>
        </a:buClr>
        <a:buFont typeface="Symbol" panose="05050102010706020507" pitchFamily="18" charset="2"/>
        <a:buChar char=""/>
        <a:defRPr sz="1600" kern="1200">
          <a:solidFill>
            <a:schemeClr val="tx1">
              <a:lumMod val="75000"/>
              <a:lumOff val="25000"/>
            </a:schemeClr>
          </a:solidFill>
          <a:latin typeface="Arial Nova" panose="020B0504020202020204"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datasetengineer/driver-behavior-and-route-anomaly-dataset-dbra24/data."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9D8180E-874F-C8F8-035D-91DFEC0359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9CF664-F5C7-ECCF-E2AC-E4EE51E7B0E1}"/>
              </a:ext>
            </a:extLst>
          </p:cNvPr>
          <p:cNvSpPr>
            <a:spLocks noGrp="1"/>
          </p:cNvSpPr>
          <p:nvPr>
            <p:ph type="ctrTitle"/>
          </p:nvPr>
        </p:nvSpPr>
        <p:spPr>
          <a:xfrm>
            <a:off x="406951" y="1691351"/>
            <a:ext cx="6919823" cy="2505563"/>
          </a:xfrm>
        </p:spPr>
        <p:txBody>
          <a:bodyPr>
            <a:normAutofit/>
          </a:bodyPr>
          <a:lstStyle/>
          <a:p>
            <a:pPr>
              <a:lnSpc>
                <a:spcPct val="100000"/>
              </a:lnSpc>
              <a:spcBef>
                <a:spcPts val="0"/>
              </a:spcBef>
              <a:spcAft>
                <a:spcPts val="1200"/>
              </a:spcAft>
            </a:pPr>
            <a:r>
              <a:rPr lang="en-SG" sz="2400" b="1" dirty="0">
                <a:latin typeface="Arial Nova"/>
              </a:rPr>
              <a:t>DA </a:t>
            </a:r>
            <a:r>
              <a:rPr lang="en-SG" sz="2400" b="1" dirty="0" err="1">
                <a:latin typeface="Arial Nova"/>
              </a:rPr>
              <a:t>204o</a:t>
            </a:r>
            <a:r>
              <a:rPr lang="en-SG" sz="2400" dirty="0">
                <a:solidFill>
                  <a:srgbClr val="125C99"/>
                </a:solidFill>
                <a:latin typeface="Arial Nova"/>
              </a:rPr>
              <a:t>: </a:t>
            </a:r>
            <a:r>
              <a:rPr lang="en-US" sz="2400" b="1" dirty="0">
                <a:solidFill>
                  <a:srgbClr val="165C9A"/>
                </a:solidFill>
                <a:latin typeface="Arial Nova"/>
              </a:rPr>
              <a:t>Data Science in Practice</a:t>
            </a:r>
            <a:br>
              <a:rPr lang="en-US" sz="2400" b="1" dirty="0">
                <a:latin typeface="Arial Nova" panose="020B0504020202020204" pitchFamily="34" charset="0"/>
              </a:rPr>
            </a:br>
            <a:r>
              <a:rPr lang="en-US" sz="2400" i="1" dirty="0">
                <a:solidFill>
                  <a:srgbClr val="165C9A"/>
                </a:solidFill>
                <a:latin typeface="Arial Nova"/>
              </a:rPr>
              <a:t>Course Project Proposal</a:t>
            </a:r>
            <a:br>
              <a:rPr lang="en-US" sz="2400" i="1" dirty="0">
                <a:latin typeface="Arial Nova" panose="020B0504020202020204" pitchFamily="34" charset="0"/>
              </a:rPr>
            </a:br>
            <a:br>
              <a:rPr lang="en-US" sz="2400" i="1" dirty="0">
                <a:latin typeface="Arial Nova" panose="020B0504020202020204" pitchFamily="34" charset="0"/>
              </a:rPr>
            </a:br>
            <a:r>
              <a:rPr lang="en-US" sz="2400" dirty="0"/>
              <a:t>Detection of Anomalous Driving Events and Prediction of Fuel Consumption Patterns</a:t>
            </a:r>
            <a:endParaRPr lang="en-US" sz="2400" b="0" dirty="0">
              <a:solidFill>
                <a:schemeClr val="tx1">
                  <a:lumMod val="65000"/>
                  <a:lumOff val="35000"/>
                </a:schemeClr>
              </a:solidFill>
              <a:latin typeface="Arial Nova" panose="020B0504020202020204" pitchFamily="34" charset="0"/>
            </a:endParaRPr>
          </a:p>
        </p:txBody>
      </p:sp>
      <p:sp>
        <p:nvSpPr>
          <p:cNvPr id="6" name="Subtitle 5">
            <a:extLst>
              <a:ext uri="{FF2B5EF4-FFF2-40B4-BE49-F238E27FC236}">
                <a16:creationId xmlns:a16="http://schemas.microsoft.com/office/drawing/2014/main" id="{AEB76576-68BF-244C-B40E-1C5A72FE35DB}"/>
              </a:ext>
            </a:extLst>
          </p:cNvPr>
          <p:cNvSpPr>
            <a:spLocks noGrp="1"/>
          </p:cNvSpPr>
          <p:nvPr>
            <p:ph type="subTitle" idx="1"/>
          </p:nvPr>
        </p:nvSpPr>
        <p:spPr>
          <a:xfrm>
            <a:off x="486637" y="4479275"/>
            <a:ext cx="6706012" cy="2056879"/>
          </a:xfrm>
        </p:spPr>
        <p:txBody>
          <a:bodyPr vert="horz" lIns="91440" tIns="45720" rIns="91440" bIns="45720" rtlCol="0" anchor="t">
            <a:normAutofit/>
          </a:bodyPr>
          <a:lstStyle/>
          <a:p>
            <a:pPr>
              <a:spcBef>
                <a:spcPts val="0"/>
              </a:spcBef>
            </a:pPr>
            <a:r>
              <a:rPr lang="en-US" sz="2000" i="0" spc="10" dirty="0">
                <a:solidFill>
                  <a:schemeClr val="tx1">
                    <a:lumMod val="75000"/>
                    <a:lumOff val="25000"/>
                  </a:schemeClr>
                </a:solidFill>
                <a:latin typeface="Arial Nova"/>
              </a:rPr>
              <a:t>Riddhi Ranjan De, </a:t>
            </a:r>
            <a:r>
              <a:rPr lang="en-US" sz="2000" i="0" spc="10" dirty="0" err="1">
                <a:solidFill>
                  <a:schemeClr val="tx1">
                    <a:lumMod val="75000"/>
                    <a:lumOff val="25000"/>
                  </a:schemeClr>
                </a:solidFill>
                <a:latin typeface="Arial Nova"/>
              </a:rPr>
              <a:t>M.Tech</a:t>
            </a:r>
            <a:r>
              <a:rPr lang="en-US" sz="2000" i="0" spc="10" dirty="0">
                <a:solidFill>
                  <a:schemeClr val="tx1">
                    <a:lumMod val="75000"/>
                    <a:lumOff val="25000"/>
                  </a:schemeClr>
                </a:solidFill>
                <a:latin typeface="Arial Nova"/>
              </a:rPr>
              <a:t> (AI), </a:t>
            </a:r>
            <a:r>
              <a:rPr lang="en-US" sz="2000" i="0" spc="10" dirty="0" err="1">
                <a:solidFill>
                  <a:schemeClr val="tx1">
                    <a:lumMod val="75000"/>
                    <a:lumOff val="25000"/>
                  </a:schemeClr>
                </a:solidFill>
                <a:latin typeface="Arial Nova"/>
              </a:rPr>
              <a:t>riddhiranjan@iisc.ac.in</a:t>
            </a:r>
            <a:endParaRPr lang="en-US" sz="2000" i="0" spc="10" dirty="0">
              <a:solidFill>
                <a:srgbClr val="000000"/>
              </a:solidFill>
              <a:latin typeface="Arial Nova"/>
            </a:endParaRPr>
          </a:p>
          <a:p>
            <a:pPr>
              <a:spcBef>
                <a:spcPts val="0"/>
              </a:spcBef>
            </a:pPr>
            <a:r>
              <a:rPr lang="en-US" sz="2000" i="0" spc="10" dirty="0">
                <a:solidFill>
                  <a:schemeClr val="tx1">
                    <a:lumMod val="75000"/>
                    <a:lumOff val="25000"/>
                  </a:schemeClr>
                </a:solidFill>
                <a:latin typeface="Arial Nova"/>
              </a:rPr>
              <a:t>Sarveshwaran N, </a:t>
            </a:r>
            <a:r>
              <a:rPr lang="en-US" sz="2000" i="0" spc="10" dirty="0" err="1">
                <a:solidFill>
                  <a:schemeClr val="tx1">
                    <a:lumMod val="75000"/>
                    <a:lumOff val="25000"/>
                  </a:schemeClr>
                </a:solidFill>
                <a:latin typeface="Arial Nova"/>
              </a:rPr>
              <a:t>M.Tech</a:t>
            </a:r>
            <a:r>
              <a:rPr lang="en-US" sz="2000" i="0" spc="10" dirty="0">
                <a:solidFill>
                  <a:schemeClr val="tx1">
                    <a:lumMod val="75000"/>
                    <a:lumOff val="25000"/>
                  </a:schemeClr>
                </a:solidFill>
                <a:latin typeface="Arial Nova"/>
              </a:rPr>
              <a:t> (AI), </a:t>
            </a:r>
            <a:r>
              <a:rPr lang="en-US" sz="2000" i="0" spc="10" dirty="0" err="1">
                <a:solidFill>
                  <a:schemeClr val="tx1">
                    <a:lumMod val="75000"/>
                    <a:lumOff val="25000"/>
                  </a:schemeClr>
                </a:solidFill>
                <a:latin typeface="Arial Nova"/>
              </a:rPr>
              <a:t>sarveshwaran@iisc.ac.in</a:t>
            </a:r>
            <a:endParaRPr lang="en-US" sz="2000" i="0" spc="10" dirty="0">
              <a:solidFill>
                <a:srgbClr val="000000"/>
              </a:solidFill>
              <a:latin typeface="Arial Nova"/>
            </a:endParaRPr>
          </a:p>
        </p:txBody>
      </p:sp>
      <p:pic>
        <p:nvPicPr>
          <p:cNvPr id="1030" name="Picture 6">
            <a:extLst>
              <a:ext uri="{FF2B5EF4-FFF2-40B4-BE49-F238E27FC236}">
                <a16:creationId xmlns:a16="http://schemas.microsoft.com/office/drawing/2014/main" id="{E853756E-9B62-A8E7-32E6-5CCF990CC3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17" t="9724" r="19603" b="12061"/>
          <a:stretch/>
        </p:blipFill>
        <p:spPr bwMode="auto">
          <a:xfrm>
            <a:off x="406952" y="191896"/>
            <a:ext cx="1732654" cy="1643799"/>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6A426A42-B161-DC67-A6F0-109822C7CFE9}"/>
              </a:ext>
            </a:extLst>
          </p:cNvPr>
          <p:cNvCxnSpPr>
            <a:cxnSpLocks/>
          </p:cNvCxnSpPr>
          <p:nvPr/>
        </p:nvCxnSpPr>
        <p:spPr>
          <a:xfrm>
            <a:off x="491912" y="4358839"/>
            <a:ext cx="6372000" cy="0"/>
          </a:xfrm>
          <a:prstGeom prst="line">
            <a:avLst/>
          </a:prstGeom>
          <a:ln w="28575">
            <a:gradFill flip="none" rotWithShape="1">
              <a:gsLst>
                <a:gs pos="0">
                  <a:srgbClr val="C32B61"/>
                </a:gs>
                <a:gs pos="100000">
                  <a:schemeClr val="bg1"/>
                </a:gs>
              </a:gsLst>
              <a:path path="circle">
                <a:fillToRect r="100000" b="100000"/>
              </a:path>
              <a:tileRect l="-100000" t="-100000"/>
            </a:gra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E4B7A1B-652F-A092-FEB5-299C9B5CA6BE}"/>
              </a:ext>
            </a:extLst>
          </p:cNvPr>
          <p:cNvPicPr>
            <a:picLocks noChangeAspect="1"/>
          </p:cNvPicPr>
          <p:nvPr/>
        </p:nvPicPr>
        <p:blipFill>
          <a:blip r:embed="rId4"/>
          <a:srcRect l="17275"/>
          <a:stretch>
            <a:fillRect/>
          </a:stretch>
        </p:blipFill>
        <p:spPr>
          <a:xfrm>
            <a:off x="6568968" y="0"/>
            <a:ext cx="7465849" cy="6858000"/>
          </a:xfrm>
          <a:prstGeom prst="parallelogram">
            <a:avLst>
              <a:gd name="adj" fmla="val 24387"/>
            </a:avLst>
          </a:prstGeom>
        </p:spPr>
      </p:pic>
      <p:sp>
        <p:nvSpPr>
          <p:cNvPr id="2" name="Footer Placeholder 4">
            <a:extLst>
              <a:ext uri="{FF2B5EF4-FFF2-40B4-BE49-F238E27FC236}">
                <a16:creationId xmlns:a16="http://schemas.microsoft.com/office/drawing/2014/main" id="{579B460D-F3E2-25FA-CB0A-DE4E2ED15F27}"/>
              </a:ext>
            </a:extLst>
          </p:cNvPr>
          <p:cNvSpPr txBox="1">
            <a:spLocks/>
          </p:cNvSpPr>
          <p:nvPr/>
        </p:nvSpPr>
        <p:spPr>
          <a:xfrm>
            <a:off x="6674833" y="6621183"/>
            <a:ext cx="2080286" cy="20898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it-IT" sz="800">
                <a:solidFill>
                  <a:schemeClr val="bg1">
                    <a:lumMod val="75000"/>
                  </a:schemeClr>
                </a:solidFill>
              </a:rPr>
              <a:t>Image source: Internet</a:t>
            </a:r>
            <a:endParaRPr lang="en-SG" sz="800">
              <a:solidFill>
                <a:schemeClr val="bg1">
                  <a:lumMod val="75000"/>
                </a:schemeClr>
              </a:solidFill>
            </a:endParaRPr>
          </a:p>
        </p:txBody>
      </p:sp>
    </p:spTree>
    <p:extLst>
      <p:ext uri="{BB962C8B-B14F-4D97-AF65-F5344CB8AC3E}">
        <p14:creationId xmlns:p14="http://schemas.microsoft.com/office/powerpoint/2010/main" val="225541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a:xfrm>
            <a:off x="457200" y="410260"/>
            <a:ext cx="3200400" cy="2104007"/>
          </a:xfrm>
        </p:spPr>
        <p:txBody>
          <a:bodyPr>
            <a:normAutofit/>
          </a:bodyPr>
          <a:lstStyle/>
          <a:p>
            <a:r>
              <a:rPr lang="en-US" sz="3200" b="1" dirty="0">
                <a:solidFill>
                  <a:schemeClr val="bg1"/>
                </a:solidFill>
              </a:rPr>
              <a:t>Problem Definition</a:t>
            </a:r>
            <a:endParaRPr lang="en-SG" sz="3200" dirty="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a:xfrm>
            <a:off x="4149967" y="121014"/>
            <a:ext cx="7860323" cy="6237495"/>
          </a:xfrm>
        </p:spPr>
        <p:txBody>
          <a:bodyPr vert="horz" lIns="0" tIns="45720" rIns="0" bIns="45720" rtlCol="0" anchor="t">
            <a:noAutofit/>
          </a:bodyPr>
          <a:lstStyle/>
          <a:p>
            <a:pPr marL="215900" indent="-215900"/>
            <a:r>
              <a:rPr lang="en-US" sz="1500" dirty="0">
                <a:solidFill>
                  <a:schemeClr val="tx1"/>
                </a:solidFill>
                <a:latin typeface="Arial Nova"/>
              </a:rPr>
              <a:t>Background of the problem </a:t>
            </a:r>
          </a:p>
          <a:p>
            <a:pPr marL="669290" lvl="2">
              <a:lnSpc>
                <a:spcPct val="120000"/>
              </a:lnSpc>
            </a:pPr>
            <a:r>
              <a:rPr lang="en-US" sz="1500" dirty="0"/>
              <a:t>Modern vehicles generate large amounts of sensor and GPS data, but much of it remains unused. Analyzing this data can help identify unsafe driving behaviors, detect route anomalies, and predict fuel consumption  essential for improving road safety and fleet efficiency.</a:t>
            </a:r>
            <a:endParaRPr lang="en-US" sz="1500" dirty="0">
              <a:solidFill>
                <a:schemeClr val="tx1"/>
              </a:solidFill>
            </a:endParaRPr>
          </a:p>
          <a:p>
            <a:pPr marL="215900" indent="-215900"/>
            <a:r>
              <a:rPr lang="en-US" sz="1500" dirty="0">
                <a:solidFill>
                  <a:schemeClr val="tx1"/>
                </a:solidFill>
                <a:latin typeface="Arial Nova"/>
              </a:rPr>
              <a:t>Why is it important? </a:t>
            </a:r>
          </a:p>
          <a:p>
            <a:pPr marL="669290" lvl="2">
              <a:lnSpc>
                <a:spcPct val="120000"/>
              </a:lnSpc>
              <a:buFont typeface="Courier New" panose="05050102010706020507" pitchFamily="18" charset="2"/>
              <a:buChar char="o"/>
            </a:pPr>
            <a:r>
              <a:rPr lang="en-US" sz="1500" dirty="0"/>
              <a:t>Detecting unsafe driving behaviors and predicting fuel consumption help reduce accidents, lower operational costs, and minimize environmental impact. Fleet operators and transport companies can use these insights to improve driver training, optimize routes, and ensure timely deliveries. Overall, it enables safer, smarter, and more sustainable transportation management.</a:t>
            </a:r>
            <a:endParaRPr lang="en-US" sz="1500" dirty="0">
              <a:solidFill>
                <a:schemeClr val="tx1"/>
              </a:solidFill>
            </a:endParaRPr>
          </a:p>
          <a:p>
            <a:pPr marL="215900" indent="-215900"/>
            <a:r>
              <a:rPr lang="en-US" sz="1500" dirty="0">
                <a:solidFill>
                  <a:schemeClr val="tx1"/>
                </a:solidFill>
                <a:latin typeface="Arial Nova"/>
              </a:rPr>
              <a:t>Objectives of the project</a:t>
            </a:r>
          </a:p>
          <a:p>
            <a:pPr marL="669290" lvl="2">
              <a:lnSpc>
                <a:spcPct val="120000"/>
              </a:lnSpc>
              <a:buFont typeface="Courier New" panose="05050102010706020507" pitchFamily="18" charset="2"/>
              <a:buChar char="o"/>
            </a:pPr>
            <a:r>
              <a:rPr lang="en-US" sz="1500" dirty="0"/>
              <a:t>The project aims to detect anomalous driving events and route deviations using sensor data and to predict fuel consumption based on driving patterns, road types, and environmental conditions.</a:t>
            </a:r>
            <a:endParaRPr lang="en-US" sz="1500" dirty="0">
              <a:solidFill>
                <a:schemeClr val="tx1"/>
              </a:solidFill>
            </a:endParaRPr>
          </a:p>
          <a:p>
            <a:pPr marL="215900" indent="-215900"/>
            <a:r>
              <a:rPr lang="en-US" sz="1500" dirty="0">
                <a:solidFill>
                  <a:schemeClr val="tx1"/>
                </a:solidFill>
                <a:latin typeface="Arial Nova"/>
              </a:rPr>
              <a:t>How can Data Science solve the problem?</a:t>
            </a:r>
            <a:endParaRPr lang="en-US" sz="1500" dirty="0">
              <a:solidFill>
                <a:schemeClr val="tx1"/>
              </a:solidFill>
            </a:endParaRPr>
          </a:p>
          <a:p>
            <a:pPr marL="669290" lvl="2">
              <a:lnSpc>
                <a:spcPct val="120000"/>
              </a:lnSpc>
              <a:buFont typeface="Courier New" panose="05050102010706020507" pitchFamily="18" charset="2"/>
              <a:buChar char="o"/>
            </a:pPr>
            <a:r>
              <a:rPr lang="en-US" sz="1500" dirty="0"/>
              <a:t>Data Science techniques enable the processing and analysis of large-scale vehicle data to uncover hidden patterns. Machine learning models can detect anomalies, predict fuel consumption, and evaluate driving efficiency. Predictive analytics can help in making real-time decisions that improve safety, reduce fuel waste, and enhance overall performance.</a:t>
            </a:r>
            <a:endParaRPr lang="en-US" sz="1500" dirty="0">
              <a:solidFill>
                <a:schemeClr val="tx1"/>
              </a:solidFill>
            </a:endParaRPr>
          </a:p>
          <a:p>
            <a:pPr marL="669290" lvl="2">
              <a:buFont typeface="Courier New" panose="05050102010706020507" pitchFamily="18" charset="2"/>
              <a:buChar char="o"/>
            </a:pPr>
            <a:endParaRPr lang="en-US" sz="1500" dirty="0">
              <a:solidFill>
                <a:schemeClr val="tx1"/>
              </a:solidFill>
              <a:latin typeface="Arial Nova"/>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dirty="0"/>
              <a:t>DA 204o: Data Science in Practice</a:t>
            </a:r>
            <a:endParaRPr lang="en-SG" dirty="0"/>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2</a:t>
            </a:fld>
            <a:endParaRPr lang="en-SG"/>
          </a:p>
        </p:txBody>
      </p:sp>
    </p:spTree>
    <p:extLst>
      <p:ext uri="{BB962C8B-B14F-4D97-AF65-F5344CB8AC3E}">
        <p14:creationId xmlns:p14="http://schemas.microsoft.com/office/powerpoint/2010/main" val="290933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3200" b="1">
                <a:solidFill>
                  <a:schemeClr val="bg1"/>
                </a:solidFill>
              </a:rPr>
              <a:t>Data Collection and Preparation</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z="1500" dirty="0">
                <a:solidFill>
                  <a:schemeClr val="tx1"/>
                </a:solidFill>
                <a:latin typeface="Arial Nova"/>
              </a:rPr>
              <a:t>Data source(s) (where it's from, how it was collected)</a:t>
            </a:r>
          </a:p>
          <a:p>
            <a:pPr marL="669290" lvl="2">
              <a:spcBef>
                <a:spcPts val="1200"/>
              </a:spcBef>
              <a:spcAft>
                <a:spcPts val="200"/>
              </a:spcAft>
              <a:buFont typeface="Wingdings" panose="05050102010706020507" pitchFamily="18" charset="2"/>
              <a:buChar char="§"/>
            </a:pPr>
            <a:r>
              <a:rPr lang="en-US" sz="1500" dirty="0"/>
              <a:t>The dataset, </a:t>
            </a:r>
            <a:r>
              <a:rPr lang="en-US" sz="1500" i="1" dirty="0">
                <a:hlinkClick r:id="rId2"/>
              </a:rPr>
              <a:t>California Driver Behavior and Route Anomaly Detection</a:t>
            </a:r>
            <a:r>
              <a:rPr lang="en-US" sz="1500" dirty="0"/>
              <a:t>, downloaded from Kaggle, was collected from vehicles operating across California during January 2023. It includes real-time data from onboard sensors and GPS systems to study driver behavior, route deviations, and fuel consumption.</a:t>
            </a:r>
            <a:endParaRPr lang="en-US" sz="1500" dirty="0">
              <a:solidFill>
                <a:schemeClr val="tx1"/>
              </a:solidFill>
              <a:latin typeface="Arial Nova"/>
            </a:endParaRPr>
          </a:p>
          <a:p>
            <a:pPr marL="669290" lvl="2">
              <a:buFont typeface="Wingdings" panose="05050102010706020507" pitchFamily="18" charset="2"/>
              <a:buChar char="§"/>
            </a:pPr>
            <a:endParaRPr lang="en-US" sz="1500" dirty="0">
              <a:solidFill>
                <a:schemeClr val="tx1"/>
              </a:solidFill>
            </a:endParaRPr>
          </a:p>
          <a:p>
            <a:pPr marL="215900" indent="-215900"/>
            <a:r>
              <a:rPr lang="en-US" sz="1500" dirty="0">
                <a:solidFill>
                  <a:schemeClr val="tx1"/>
                </a:solidFill>
                <a:latin typeface="Arial Nova"/>
              </a:rPr>
              <a:t>Description of the data (features, size, format)</a:t>
            </a:r>
          </a:p>
          <a:p>
            <a:pPr marL="669290" lvl="2">
              <a:buFont typeface="Wingdings" panose="05050102010706020507" pitchFamily="18" charset="2"/>
              <a:buChar char="§"/>
            </a:pPr>
            <a:r>
              <a:rPr lang="en-US" sz="1500" dirty="0"/>
              <a:t>It contains about 120,000 records with 26 features, including trip details, driver and vehicle IDs, GPS coordinates, speed, acceleration, steering angle, RPM, and fuel consumption, along with weather, road, and traffic conditions. The data is available in CSV format.</a:t>
            </a:r>
          </a:p>
          <a:p>
            <a:pPr marL="215900" indent="-215900"/>
            <a:r>
              <a:rPr lang="en-US" sz="1500" dirty="0">
                <a:solidFill>
                  <a:schemeClr val="tx1"/>
                </a:solidFill>
                <a:latin typeface="Arial Nova"/>
              </a:rPr>
              <a:t>Any preprocessing steps required</a:t>
            </a:r>
          </a:p>
          <a:p>
            <a:pPr marL="669290" lvl="2">
              <a:buFont typeface="Wingdings" panose="05050102010706020507" pitchFamily="18" charset="2"/>
              <a:buChar char="§"/>
            </a:pPr>
            <a:r>
              <a:rPr lang="en-US" sz="1500" dirty="0"/>
              <a:t>Data cleaning involves handling missing values, converting timestamps, encoding categorical features, and removing outliers. Continuous variables like speed and acceleration are normalized, and new features such as average speed and route deviation scores are created for analysis.</a:t>
            </a:r>
            <a:endParaRPr lang="en-US" sz="1500"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3</a:t>
            </a:fld>
            <a:endParaRPr lang="en-SG"/>
          </a:p>
        </p:txBody>
      </p:sp>
    </p:spTree>
    <p:extLst>
      <p:ext uri="{BB962C8B-B14F-4D97-AF65-F5344CB8AC3E}">
        <p14:creationId xmlns:p14="http://schemas.microsoft.com/office/powerpoint/2010/main" val="3687015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3200" b="1">
                <a:solidFill>
                  <a:schemeClr val="bg1"/>
                </a:solidFill>
              </a:rPr>
              <a:t>Proposed Methodology</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z="1500" dirty="0">
                <a:solidFill>
                  <a:schemeClr val="tx1"/>
                </a:solidFill>
              </a:rPr>
              <a:t>Overview of methods or models you plan to use</a:t>
            </a:r>
          </a:p>
          <a:p>
            <a:pPr marL="669290" lvl="2">
              <a:lnSpc>
                <a:spcPct val="100000"/>
              </a:lnSpc>
              <a:buFont typeface="Wingdings" panose="05050102010706020507" pitchFamily="18" charset="2"/>
              <a:buChar char="§"/>
            </a:pPr>
            <a:r>
              <a:rPr lang="en-US" sz="1500" dirty="0"/>
              <a:t>To predict fuel consumption patterns based on driving behavior, road type, and environmental conditions, </a:t>
            </a:r>
            <a:r>
              <a:rPr lang="en-US" sz="1500" dirty="0" err="1"/>
              <a:t>XGBoost</a:t>
            </a:r>
            <a:r>
              <a:rPr lang="en-US" sz="1500" dirty="0"/>
              <a:t> and Random Forest Regression models will be used. These methods together provide a robust approach for both anomaly detection and accurate fuel prediction.</a:t>
            </a:r>
            <a:endParaRPr lang="en-US" sz="1500" dirty="0">
              <a:solidFill>
                <a:schemeClr val="tx1"/>
              </a:solidFill>
            </a:endParaRPr>
          </a:p>
          <a:p>
            <a:pPr marL="852170" lvl="3"/>
            <a:endParaRPr lang="en-US" sz="1500" dirty="0">
              <a:solidFill>
                <a:schemeClr val="tx1"/>
              </a:solidFill>
            </a:endParaRPr>
          </a:p>
          <a:p>
            <a:pPr marL="215900" indent="-215900"/>
            <a:r>
              <a:rPr lang="en-US" sz="1500" dirty="0">
                <a:solidFill>
                  <a:schemeClr val="tx1"/>
                </a:solidFill>
              </a:rPr>
              <a:t>Justification for choosing these methods, if any</a:t>
            </a:r>
          </a:p>
          <a:p>
            <a:pPr marL="669290" lvl="2">
              <a:buFont typeface="Wingdings" panose="05050102010706020507" pitchFamily="18" charset="2"/>
              <a:buChar char="§"/>
            </a:pPr>
            <a:r>
              <a:rPr lang="en-US" sz="1500" dirty="0"/>
              <a:t>These methods are chosen for their ability to handle large datasets, capture complex patterns in driving behavior and fuel usage, and provide robust, accurate predictions. Isolation Forest and Autoencoders are effective for detecting rare anomalous events, while </a:t>
            </a:r>
            <a:r>
              <a:rPr lang="en-US" sz="1500" dirty="0" err="1"/>
              <a:t>XGBoost</a:t>
            </a:r>
            <a:r>
              <a:rPr lang="en-US" sz="1500" dirty="0"/>
              <a:t> and Random Forest efficiently model non-linear relationships in tabular data</a:t>
            </a:r>
            <a:endParaRPr lang="en-US" sz="1500" dirty="0">
              <a:solidFill>
                <a:schemeClr val="tx1"/>
              </a:solidFill>
            </a:endParaRPr>
          </a:p>
          <a:p>
            <a:pPr marL="669290" lvl="2">
              <a:buFont typeface="Wingdings" panose="05050102010706020507" pitchFamily="18" charset="2"/>
              <a:buChar char="§"/>
            </a:pPr>
            <a:endParaRPr lang="en-US" sz="1500" dirty="0">
              <a:solidFill>
                <a:schemeClr val="tx1"/>
              </a:solidFill>
            </a:endParaRPr>
          </a:p>
          <a:p>
            <a:pPr marL="215900" indent="-215900"/>
            <a:r>
              <a:rPr lang="en-US" sz="1500" dirty="0">
                <a:solidFill>
                  <a:schemeClr val="tx1"/>
                </a:solidFill>
              </a:rPr>
              <a:t>Tools/Technologies (e.g., Python, libraries)</a:t>
            </a:r>
          </a:p>
          <a:p>
            <a:pPr marL="270918" lvl="1" indent="0" algn="just" eaLnBrk="0" fontAlgn="base" hangingPunct="0">
              <a:lnSpc>
                <a:spcPct val="100000"/>
              </a:lnSpc>
              <a:spcBef>
                <a:spcPct val="0"/>
              </a:spcBef>
              <a:spcAft>
                <a:spcPct val="0"/>
              </a:spcAft>
              <a:buClrTx/>
              <a:buNone/>
            </a:pPr>
            <a:r>
              <a:rPr lang="en-US" altLang="en-US" sz="1500" b="1" dirty="0">
                <a:solidFill>
                  <a:schemeClr val="tx1"/>
                </a:solidFill>
              </a:rPr>
              <a:t>Programming Language:</a:t>
            </a:r>
            <a:r>
              <a:rPr lang="en-US" altLang="en-US" sz="1500" dirty="0">
                <a:solidFill>
                  <a:schemeClr val="tx1"/>
                </a:solidFill>
              </a:rPr>
              <a:t> Python</a:t>
            </a:r>
          </a:p>
          <a:p>
            <a:pPr marL="270918" lvl="1" indent="0" algn="just" eaLnBrk="0" fontAlgn="base" hangingPunct="0">
              <a:lnSpc>
                <a:spcPct val="100000"/>
              </a:lnSpc>
              <a:spcBef>
                <a:spcPct val="0"/>
              </a:spcBef>
              <a:spcAft>
                <a:spcPct val="0"/>
              </a:spcAft>
              <a:buClrTx/>
              <a:buNone/>
            </a:pPr>
            <a:r>
              <a:rPr lang="en-US" altLang="en-US" sz="1500" b="1" dirty="0">
                <a:solidFill>
                  <a:schemeClr val="tx1"/>
                </a:solidFill>
              </a:rPr>
              <a:t>Libraries:</a:t>
            </a:r>
            <a:r>
              <a:rPr lang="en-US" altLang="en-US" sz="1500" dirty="0">
                <a:solidFill>
                  <a:schemeClr val="tx1"/>
                </a:solidFill>
              </a:rPr>
              <a:t> Pandas, NumPy, Scikit-learn, </a:t>
            </a:r>
            <a:r>
              <a:rPr lang="en-US" altLang="en-US" sz="1500" dirty="0" err="1">
                <a:solidFill>
                  <a:schemeClr val="tx1"/>
                </a:solidFill>
              </a:rPr>
              <a:t>XGBoost</a:t>
            </a:r>
            <a:r>
              <a:rPr lang="en-US" altLang="en-US" sz="1500" dirty="0">
                <a:solidFill>
                  <a:schemeClr val="tx1"/>
                </a:solidFill>
              </a:rPr>
              <a:t>, </a:t>
            </a:r>
            <a:r>
              <a:rPr lang="en-US" altLang="en-US" sz="1500" dirty="0" err="1">
                <a:solidFill>
                  <a:schemeClr val="tx1"/>
                </a:solidFill>
              </a:rPr>
              <a:t>PyTorch</a:t>
            </a:r>
            <a:r>
              <a:rPr lang="en-US" altLang="en-US" sz="1500" dirty="0">
                <a:solidFill>
                  <a:schemeClr val="tx1"/>
                </a:solidFill>
              </a:rPr>
              <a:t>, Matplotlib, Seaborn</a:t>
            </a:r>
          </a:p>
          <a:p>
            <a:pPr marL="270918" lvl="1" indent="0" algn="just" eaLnBrk="0" fontAlgn="base" hangingPunct="0">
              <a:lnSpc>
                <a:spcPct val="100000"/>
              </a:lnSpc>
              <a:spcBef>
                <a:spcPct val="0"/>
              </a:spcBef>
              <a:spcAft>
                <a:spcPct val="0"/>
              </a:spcAft>
              <a:buClrTx/>
              <a:buNone/>
            </a:pPr>
            <a:r>
              <a:rPr lang="en-US" altLang="en-US" sz="1500" b="1" dirty="0">
                <a:solidFill>
                  <a:schemeClr val="tx1"/>
                </a:solidFill>
              </a:rPr>
              <a:t>Environment:</a:t>
            </a:r>
            <a:r>
              <a:rPr lang="en-US" altLang="en-US" sz="1500" dirty="0">
                <a:solidFill>
                  <a:schemeClr val="tx1"/>
                </a:solidFill>
              </a:rPr>
              <a:t> </a:t>
            </a:r>
            <a:r>
              <a:rPr lang="en-US" altLang="en-US" sz="1500" dirty="0" err="1">
                <a:solidFill>
                  <a:schemeClr val="tx1"/>
                </a:solidFill>
              </a:rPr>
              <a:t>Jupyter</a:t>
            </a:r>
            <a:r>
              <a:rPr lang="en-US" altLang="en-US" sz="1500" dirty="0">
                <a:solidFill>
                  <a:schemeClr val="tx1"/>
                </a:solidFill>
              </a:rPr>
              <a:t> Notebook</a:t>
            </a:r>
            <a:endParaRPr lang="en-US" sz="1500" dirty="0">
              <a:solidFill>
                <a:schemeClr val="tx1"/>
              </a:solidFill>
            </a:endParaRPr>
          </a:p>
          <a:p>
            <a:pPr marL="215900" indent="-215900"/>
            <a:endParaRPr lang="en-US" sz="1500" dirty="0">
              <a:solidFill>
                <a:schemeClr val="tx1"/>
              </a:solidFill>
            </a:endParaRPr>
          </a:p>
          <a:p>
            <a:pPr marL="215900" indent="-215900"/>
            <a:endParaRPr lang="en-US" sz="1500" dirty="0">
              <a:solidFill>
                <a:schemeClr val="tx1"/>
              </a:solidFill>
            </a:endParaRPr>
          </a:p>
          <a:p>
            <a:pPr marL="215900" indent="-215900"/>
            <a:endParaRPr lang="en-US" sz="1500" dirty="0">
              <a:solidFill>
                <a:schemeClr val="tx1"/>
              </a:solidFill>
            </a:endParaRPr>
          </a:p>
          <a:p>
            <a:pPr marL="215900" indent="-215900"/>
            <a:endParaRPr lang="en-US" sz="1500" dirty="0">
              <a:solidFill>
                <a:schemeClr val="tx1"/>
              </a:solidFill>
            </a:endParaRPr>
          </a:p>
          <a:p>
            <a:pPr marL="215900" indent="-215900"/>
            <a:endParaRPr lang="en-US" sz="1500" dirty="0">
              <a:solidFill>
                <a:schemeClr val="tx1"/>
              </a:solidFill>
            </a:endParaRPr>
          </a:p>
          <a:p>
            <a:pPr marL="383540" lvl="2" indent="0">
              <a:buNone/>
            </a:pPr>
            <a:endParaRPr lang="en-US" sz="1500" b="1" dirty="0">
              <a:solidFill>
                <a:schemeClr val="tx1"/>
              </a:solidFill>
            </a:endParaRPr>
          </a:p>
          <a:p>
            <a:pPr marL="669290" lvl="2">
              <a:buFont typeface="Wingdings" panose="05050102010706020507" pitchFamily="18" charset="2"/>
              <a:buChar char="§"/>
            </a:pPr>
            <a:endParaRPr lang="en-US" sz="1500"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4</a:t>
            </a:fld>
            <a:endParaRPr lang="en-SG"/>
          </a:p>
        </p:txBody>
      </p:sp>
    </p:spTree>
    <p:extLst>
      <p:ext uri="{BB962C8B-B14F-4D97-AF65-F5344CB8AC3E}">
        <p14:creationId xmlns:p14="http://schemas.microsoft.com/office/powerpoint/2010/main" val="4218784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2800" b="1">
                <a:solidFill>
                  <a:schemeClr val="bg1"/>
                </a:solidFill>
              </a:rPr>
              <a:t>Implementation Plan</a:t>
            </a:r>
            <a:endParaRPr lang="en-SG" sz="28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z="1500" dirty="0">
                <a:solidFill>
                  <a:schemeClr val="tx1"/>
                </a:solidFill>
                <a:latin typeface="Arial Nova"/>
              </a:rPr>
              <a:t>Project phases </a:t>
            </a:r>
          </a:p>
          <a:p>
            <a:pPr marL="270918" lvl="1" indent="0">
              <a:buNone/>
            </a:pPr>
            <a:r>
              <a:rPr lang="en-US" sz="1500" dirty="0"/>
              <a:t>The project will be carried out in three main phases. </a:t>
            </a:r>
          </a:p>
          <a:p>
            <a:pPr marL="613818" lvl="1" indent="-342900">
              <a:buFont typeface="+mj-lt"/>
              <a:buAutoNum type="arabicPeriod"/>
            </a:pPr>
            <a:r>
              <a:rPr lang="en-US" sz="1500" dirty="0"/>
              <a:t>The data collection and preprocessing phase involves acquiring the dataset, cleaning missing or inconsistent values, and engineering relevant features. </a:t>
            </a:r>
          </a:p>
          <a:p>
            <a:pPr marL="613818" lvl="1" indent="-342900">
              <a:buFont typeface="+mj-lt"/>
              <a:buAutoNum type="arabicPeriod"/>
            </a:pPr>
            <a:r>
              <a:rPr lang="en-US" sz="1500" dirty="0"/>
              <a:t>In the model building phase, anomaly detection models (Isolation Forest, Autoencoders) and fuel consumption prediction models (</a:t>
            </a:r>
            <a:r>
              <a:rPr lang="en-US" sz="1500" dirty="0" err="1"/>
              <a:t>XGBoost</a:t>
            </a:r>
            <a:r>
              <a:rPr lang="en-US" sz="1500" dirty="0"/>
              <a:t>, Random Forest) will be developed and tuned. </a:t>
            </a:r>
          </a:p>
          <a:p>
            <a:pPr marL="613818" lvl="1" indent="-342900">
              <a:buFont typeface="+mj-lt"/>
              <a:buAutoNum type="arabicPeriod"/>
            </a:pPr>
            <a:r>
              <a:rPr lang="en-US" sz="1500" dirty="0"/>
              <a:t>Finally, the testing and evaluation phase will validate model performance using appropriate metrics, analyze errors, and visualize results.</a:t>
            </a:r>
            <a:endParaRPr lang="en-US" sz="1500" dirty="0">
              <a:solidFill>
                <a:schemeClr val="tx1"/>
              </a:solidFill>
              <a:latin typeface="Arial Nova"/>
            </a:endParaRPr>
          </a:p>
          <a:p>
            <a:pPr marL="215900" indent="-215900"/>
            <a:r>
              <a:rPr lang="en-US" sz="1500" dirty="0">
                <a:solidFill>
                  <a:schemeClr val="tx1"/>
                </a:solidFill>
                <a:latin typeface="Arial Nova"/>
              </a:rPr>
              <a:t>Timeline and milestones</a:t>
            </a:r>
          </a:p>
          <a:p>
            <a:pPr marL="270918" lvl="1" indent="0">
              <a:buNone/>
            </a:pPr>
            <a:r>
              <a:rPr lang="en-US" sz="1500" dirty="0">
                <a:solidFill>
                  <a:schemeClr val="tx1"/>
                </a:solidFill>
                <a:latin typeface="Arial Nova"/>
              </a:rPr>
              <a:t>The project timeline spans approximately seven weeks. </a:t>
            </a:r>
          </a:p>
          <a:p>
            <a:pPr marL="556668" lvl="1"/>
            <a:r>
              <a:rPr lang="en-US" sz="1500" dirty="0">
                <a:solidFill>
                  <a:schemeClr val="tx1"/>
                </a:solidFill>
                <a:latin typeface="Arial Nova"/>
              </a:rPr>
              <a:t>Weeks 1–2 will focus on data exploration, cleaning, and feature engineering. </a:t>
            </a:r>
          </a:p>
          <a:p>
            <a:pPr marL="556668" lvl="1"/>
            <a:r>
              <a:rPr lang="en-US" sz="1500" dirty="0">
                <a:solidFill>
                  <a:schemeClr val="tx1"/>
                </a:solidFill>
                <a:latin typeface="Arial Nova"/>
              </a:rPr>
              <a:t>Weeks 3 will cover model development and training, including hyperparameter tuning. </a:t>
            </a:r>
          </a:p>
          <a:p>
            <a:pPr marL="556668" lvl="1"/>
            <a:r>
              <a:rPr lang="en-US" sz="1500" dirty="0">
                <a:solidFill>
                  <a:schemeClr val="tx1"/>
                </a:solidFill>
                <a:latin typeface="Arial Nova"/>
              </a:rPr>
              <a:t>Week 4 is dedicated to model evaluation and analysis, while </a:t>
            </a:r>
          </a:p>
          <a:p>
            <a:pPr marL="556668" lvl="1"/>
            <a:r>
              <a:rPr lang="en-US" sz="1500" dirty="0">
                <a:solidFill>
                  <a:schemeClr val="tx1"/>
                </a:solidFill>
                <a:latin typeface="Arial Nova"/>
              </a:rPr>
              <a:t>Weeks 5 will involve visualization, reporting, and preparation for presentation.</a:t>
            </a:r>
          </a:p>
          <a:p>
            <a:pPr marL="215900" indent="-215900"/>
            <a:r>
              <a:rPr lang="en-US" sz="1500" dirty="0">
                <a:solidFill>
                  <a:schemeClr val="tx1"/>
                </a:solidFill>
                <a:latin typeface="Arial Nova"/>
              </a:rPr>
              <a:t>Resources required</a:t>
            </a:r>
            <a:endParaRPr lang="en-US" sz="1500" dirty="0"/>
          </a:p>
          <a:p>
            <a:pPr marL="270918" lvl="1" indent="0">
              <a:buNone/>
            </a:pPr>
            <a:r>
              <a:rPr lang="en-US" sz="1500" dirty="0"/>
              <a:t>The project requires a Python environment with libraries such as Pandas, NumPy, Scikit-learn, </a:t>
            </a:r>
            <a:r>
              <a:rPr lang="en-US" sz="1500" dirty="0" err="1"/>
              <a:t>XGBoost</a:t>
            </a:r>
            <a:r>
              <a:rPr lang="en-US" sz="1500" dirty="0"/>
              <a:t>, </a:t>
            </a:r>
            <a:r>
              <a:rPr lang="en-US" sz="1500" dirty="0" err="1"/>
              <a:t>PyTorch</a:t>
            </a:r>
            <a:r>
              <a:rPr lang="en-US" sz="1500" dirty="0"/>
              <a:t>, Matplotlib, Seaborn, and Folium for map visualization. A standard laptop or PC with at least 16 GB RAM is sufficient, with GPU optional for training Autoencoders. Access to the California Driver Behavior and Route Anomaly Detection dataset is essential for model development and testing.</a:t>
            </a:r>
            <a:endParaRPr lang="en-US" sz="1500" dirty="0">
              <a:solidFill>
                <a:schemeClr val="tx1"/>
              </a:solidFill>
              <a:latin typeface="Arial Nova"/>
            </a:endParaRPr>
          </a:p>
          <a:p>
            <a:pPr marL="852170" lvl="3"/>
            <a:endParaRPr lang="en-US" sz="1500" dirty="0">
              <a:solidFill>
                <a:schemeClr val="tx1"/>
              </a:solidFill>
              <a:latin typeface="Arial Nova"/>
            </a:endParaRPr>
          </a:p>
          <a:p>
            <a:pPr marL="215900" indent="-215900"/>
            <a:endParaRPr lang="en-US" sz="1500" dirty="0">
              <a:solidFill>
                <a:schemeClr val="tx1"/>
              </a:solidFill>
            </a:endParaRPr>
          </a:p>
          <a:p>
            <a:pPr marL="215900" indent="-215900"/>
            <a:endParaRPr lang="en-US" sz="1500"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5</a:t>
            </a:fld>
            <a:endParaRPr lang="en-SG"/>
          </a:p>
        </p:txBody>
      </p:sp>
    </p:spTree>
    <p:extLst>
      <p:ext uri="{BB962C8B-B14F-4D97-AF65-F5344CB8AC3E}">
        <p14:creationId xmlns:p14="http://schemas.microsoft.com/office/powerpoint/2010/main" val="58708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3200" b="1">
                <a:solidFill>
                  <a:schemeClr val="bg1"/>
                </a:solidFill>
              </a:rPr>
              <a:t>Challenges and Risks</a:t>
            </a:r>
            <a:endParaRPr lang="en-SG" sz="32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lnSpc>
                <a:spcPct val="110000"/>
              </a:lnSpc>
            </a:pPr>
            <a:r>
              <a:rPr lang="en-US" sz="1500" dirty="0">
                <a:solidFill>
                  <a:schemeClr val="tx1"/>
                </a:solidFill>
                <a:latin typeface="Arial Nova"/>
              </a:rPr>
              <a:t>Potential risks or challenges </a:t>
            </a:r>
          </a:p>
          <a:p>
            <a:pPr marL="270918" lvl="1" indent="0">
              <a:lnSpc>
                <a:spcPct val="110000"/>
              </a:lnSpc>
              <a:buNone/>
            </a:pPr>
            <a:r>
              <a:rPr lang="en-US" sz="1500" dirty="0"/>
              <a:t>Potential risks or challenges include missing or inconsistent trip data, lack of labeled samples for abnormal driving behavior, and limited model generalization across different drivers or routes. Real-time anomaly detection may also face computational constraints, and continuous monitoring of driving data could raise privacy concerns.</a:t>
            </a:r>
            <a:endParaRPr lang="en-US" sz="1500" dirty="0">
              <a:solidFill>
                <a:schemeClr val="tx1"/>
              </a:solidFill>
              <a:latin typeface="Arial Nova"/>
            </a:endParaRPr>
          </a:p>
          <a:p>
            <a:pPr marL="215900" indent="-215900">
              <a:lnSpc>
                <a:spcPct val="110000"/>
              </a:lnSpc>
            </a:pPr>
            <a:r>
              <a:rPr lang="en-US" sz="1500" dirty="0">
                <a:solidFill>
                  <a:schemeClr val="tx1"/>
                </a:solidFill>
                <a:latin typeface="Arial Nova"/>
              </a:rPr>
              <a:t>How you plan to mitigate them</a:t>
            </a:r>
          </a:p>
          <a:p>
            <a:pPr marL="200660" lvl="1" indent="0">
              <a:lnSpc>
                <a:spcPct val="110000"/>
              </a:lnSpc>
              <a:buNone/>
            </a:pPr>
            <a:r>
              <a:rPr lang="en-US" sz="1500" dirty="0"/>
              <a:t>These challenges can be mitigated by applying data cleaning and imputation methods to handle missing values and using semi-supervised or unsupervised learning techniques to detect anomalies without extensive labeling. Model performance will be improved through regularization and cross-validation.</a:t>
            </a:r>
            <a:endParaRPr lang="en-US" sz="1500" dirty="0">
              <a:solidFill>
                <a:schemeClr val="tx1"/>
              </a:solidFill>
              <a:latin typeface="Arial Nova"/>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6</a:t>
            </a:fld>
            <a:endParaRPr lang="en-SG"/>
          </a:p>
        </p:txBody>
      </p:sp>
    </p:spTree>
    <p:extLst>
      <p:ext uri="{BB962C8B-B14F-4D97-AF65-F5344CB8AC3E}">
        <p14:creationId xmlns:p14="http://schemas.microsoft.com/office/powerpoint/2010/main" val="3097419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2800" b="1">
                <a:solidFill>
                  <a:schemeClr val="bg1"/>
                </a:solidFill>
              </a:rPr>
              <a:t>Expected Outcome</a:t>
            </a:r>
            <a:endParaRPr lang="en-SG" sz="28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z="1500" dirty="0">
                <a:solidFill>
                  <a:schemeClr val="tx1"/>
                </a:solidFill>
                <a:latin typeface="Arial Nova"/>
              </a:rPr>
              <a:t>What do you expect to achieve?</a:t>
            </a:r>
            <a:endParaRPr lang="en-US" sz="1500" dirty="0">
              <a:solidFill>
                <a:schemeClr val="tx1"/>
              </a:solidFill>
            </a:endParaRPr>
          </a:p>
          <a:p>
            <a:pPr marL="270918" lvl="1" indent="0">
              <a:buNone/>
            </a:pPr>
            <a:r>
              <a:rPr lang="en-US" sz="1500" dirty="0"/>
              <a:t>The project aims to accurately detect anomalous driving events and route deviations while predicting fuel consumption patterns based on driver behavior. It is expected to provide valuable insights into driving efficiency, safety, and route optimization. Ultimately, the outcome will help improve driver performance, reduce fuel costs, and enhance overall road safety through data-driven decision-making.</a:t>
            </a:r>
          </a:p>
          <a:p>
            <a:pPr marL="0" indent="0">
              <a:buNone/>
            </a:pPr>
            <a:endParaRPr lang="en-US" sz="1500" dirty="0"/>
          </a:p>
          <a:p>
            <a:pPr marL="215900" indent="-215900"/>
            <a:r>
              <a:rPr lang="en-US" sz="1500" dirty="0">
                <a:solidFill>
                  <a:schemeClr val="tx1"/>
                </a:solidFill>
                <a:latin typeface="Arial Nova"/>
              </a:rPr>
              <a:t>How will you measure success?</a:t>
            </a:r>
          </a:p>
          <a:p>
            <a:pPr marL="200660" lvl="1" indent="0">
              <a:buNone/>
            </a:pPr>
            <a:r>
              <a:rPr lang="en-US" sz="1500" dirty="0"/>
              <a:t>Success will be measured by evaluating the model’s accuracy in detecting anomalies and predicting fuel consumption using metrics such as precision, recall, </a:t>
            </a:r>
            <a:r>
              <a:rPr lang="en-US" sz="1500" dirty="0" err="1"/>
              <a:t>F1</a:t>
            </a:r>
            <a:r>
              <a:rPr lang="en-US" sz="1500" dirty="0"/>
              <a:t>-score, and mean absolute error (MAE). Additionally, improvements in fuel efficiency, reduction in unsafe driving events, and consistency of model performance across different drivers and routes will indicate successful implementation.</a:t>
            </a:r>
            <a:endParaRPr lang="en-US" sz="1500"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7</a:t>
            </a:fld>
            <a:endParaRPr lang="en-SG"/>
          </a:p>
        </p:txBody>
      </p:sp>
    </p:spTree>
    <p:extLst>
      <p:ext uri="{BB962C8B-B14F-4D97-AF65-F5344CB8AC3E}">
        <p14:creationId xmlns:p14="http://schemas.microsoft.com/office/powerpoint/2010/main" val="4226624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62B7CA-2E81-3E7A-4178-D85ECE58B860}"/>
              </a:ext>
            </a:extLst>
          </p:cNvPr>
          <p:cNvSpPr>
            <a:spLocks noGrp="1"/>
          </p:cNvSpPr>
          <p:nvPr>
            <p:ph type="title"/>
          </p:nvPr>
        </p:nvSpPr>
        <p:spPr/>
        <p:txBody>
          <a:bodyPr>
            <a:normAutofit/>
          </a:bodyPr>
          <a:lstStyle/>
          <a:p>
            <a:r>
              <a:rPr lang="en-US" sz="2800" b="1">
                <a:solidFill>
                  <a:schemeClr val="bg1"/>
                </a:solidFill>
              </a:rPr>
              <a:t>Role and Responsibilities</a:t>
            </a:r>
            <a:endParaRPr lang="en-SG" sz="2800">
              <a:solidFill>
                <a:schemeClr val="bg1"/>
              </a:solidFill>
            </a:endParaRPr>
          </a:p>
        </p:txBody>
      </p:sp>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p:txBody>
          <a:bodyPr vert="horz" lIns="0" tIns="45720" rIns="0" bIns="45720" rtlCol="0" anchor="t">
            <a:normAutofit/>
          </a:bodyPr>
          <a:lstStyle/>
          <a:p>
            <a:pPr marL="215900" indent="-215900"/>
            <a:r>
              <a:rPr lang="en-US" sz="1500" dirty="0">
                <a:solidFill>
                  <a:schemeClr val="tx1"/>
                </a:solidFill>
                <a:latin typeface="Arial Nova"/>
              </a:rPr>
              <a:t>Student 1: Riddhi Ranjan De</a:t>
            </a:r>
          </a:p>
          <a:p>
            <a:pPr marL="200660" lvl="1" indent="0">
              <a:buNone/>
            </a:pPr>
            <a:r>
              <a:rPr lang="en-US" sz="1500" dirty="0"/>
              <a:t>Responsible for data analysis, feature engineering, and developing the </a:t>
            </a:r>
            <a:r>
              <a:rPr lang="en-US" sz="1500" b="1" dirty="0"/>
              <a:t>prediction model for fuel consumption</a:t>
            </a:r>
            <a:r>
              <a:rPr lang="en-US" sz="1500" dirty="0"/>
              <a:t>. Also evaluates model performance and interprets key insights.</a:t>
            </a:r>
            <a:endParaRPr lang="en-US" sz="1500" dirty="0">
              <a:solidFill>
                <a:schemeClr val="tx1"/>
              </a:solidFill>
              <a:latin typeface="Arial Nova"/>
            </a:endParaRPr>
          </a:p>
          <a:p>
            <a:pPr marL="215900" indent="-215900"/>
            <a:r>
              <a:rPr lang="en-US" sz="1500" dirty="0">
                <a:solidFill>
                  <a:schemeClr val="tx1"/>
                </a:solidFill>
                <a:latin typeface="Arial Nova"/>
              </a:rPr>
              <a:t>Student 2: Sarveshwaran N</a:t>
            </a:r>
          </a:p>
          <a:p>
            <a:pPr marL="200660" lvl="1" indent="0">
              <a:buNone/>
            </a:pPr>
            <a:r>
              <a:rPr lang="en-US" sz="1500" dirty="0"/>
              <a:t>Handles data analysis, preprocessing, and builds the </a:t>
            </a:r>
            <a:r>
              <a:rPr lang="en-US" sz="1500" b="1" dirty="0"/>
              <a:t>classification model for detecting anomalous driving behavior</a:t>
            </a:r>
            <a:r>
              <a:rPr lang="en-US" sz="1500" dirty="0"/>
              <a:t>. Also focuses on model validation and result visualization.</a:t>
            </a:r>
            <a:endParaRPr lang="en-US" sz="1500" dirty="0">
              <a:solidFill>
                <a:schemeClr val="tx1"/>
              </a:solidFill>
            </a:endParaRPr>
          </a:p>
          <a:p>
            <a:pPr marL="200660" lvl="1" indent="0">
              <a:buNone/>
            </a:pPr>
            <a:endParaRPr lang="en-US" sz="1500" dirty="0">
              <a:solidFill>
                <a:schemeClr val="tx1"/>
              </a:solidFill>
            </a:endParaRPr>
          </a:p>
          <a:p>
            <a:pPr marL="215900" indent="-215900"/>
            <a:endParaRPr lang="en-US" sz="1500" dirty="0">
              <a:solidFill>
                <a:schemeClr val="tx1"/>
              </a:solidFill>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8</a:t>
            </a:fld>
            <a:endParaRPr lang="en-SG"/>
          </a:p>
        </p:txBody>
      </p:sp>
    </p:spTree>
    <p:extLst>
      <p:ext uri="{BB962C8B-B14F-4D97-AF65-F5344CB8AC3E}">
        <p14:creationId xmlns:p14="http://schemas.microsoft.com/office/powerpoint/2010/main" val="826460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B7FF8-0510-010A-3968-0A9601694D82}"/>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185AE85A-E189-A91E-61AE-FC6C1B5DFB6F}"/>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E0949E30-057D-9322-00FE-8763BF018580}"/>
              </a:ext>
            </a:extLst>
          </p:cNvPr>
          <p:cNvSpPr>
            <a:spLocks noGrp="1"/>
          </p:cNvSpPr>
          <p:nvPr>
            <p:ph type="sldNum" sz="quarter" idx="12"/>
          </p:nvPr>
        </p:nvSpPr>
        <p:spPr/>
        <p:txBody>
          <a:bodyPr/>
          <a:lstStyle/>
          <a:p>
            <a:fld id="{BF1758FF-0BF1-4103-A89A-38EC40E85429}" type="slidenum">
              <a:rPr lang="en-SG" smtClean="0"/>
              <a:t>9</a:t>
            </a:fld>
            <a:endParaRPr lang="en-SG"/>
          </a:p>
        </p:txBody>
      </p:sp>
      <p:graphicFrame>
        <p:nvGraphicFramePr>
          <p:cNvPr id="8" name="Table 7">
            <a:extLst>
              <a:ext uri="{FF2B5EF4-FFF2-40B4-BE49-F238E27FC236}">
                <a16:creationId xmlns:a16="http://schemas.microsoft.com/office/drawing/2014/main" id="{F338C86F-D45C-E6F1-8BB4-2422237366E1}"/>
              </a:ext>
            </a:extLst>
          </p:cNvPr>
          <p:cNvGraphicFramePr>
            <a:graphicFrameLocks noGrp="1"/>
          </p:cNvGraphicFramePr>
          <p:nvPr/>
        </p:nvGraphicFramePr>
        <p:xfrm>
          <a:off x="85725" y="96202"/>
          <a:ext cx="12020550" cy="6651054"/>
        </p:xfrm>
        <a:graphic>
          <a:graphicData uri="http://schemas.openxmlformats.org/drawingml/2006/table">
            <a:tbl>
              <a:tblPr bandRow="1">
                <a:tableStyleId>{5C22544A-7EE6-4342-B048-85BDC9FD1C3A}</a:tableStyleId>
              </a:tblPr>
              <a:tblGrid>
                <a:gridCol w="1323975">
                  <a:extLst>
                    <a:ext uri="{9D8B030D-6E8A-4147-A177-3AD203B41FA5}">
                      <a16:colId xmlns:a16="http://schemas.microsoft.com/office/drawing/2014/main" val="2304975329"/>
                    </a:ext>
                  </a:extLst>
                </a:gridCol>
                <a:gridCol w="1323975">
                  <a:extLst>
                    <a:ext uri="{9D8B030D-6E8A-4147-A177-3AD203B41FA5}">
                      <a16:colId xmlns:a16="http://schemas.microsoft.com/office/drawing/2014/main" val="943214960"/>
                    </a:ext>
                  </a:extLst>
                </a:gridCol>
                <a:gridCol w="1323975">
                  <a:extLst>
                    <a:ext uri="{9D8B030D-6E8A-4147-A177-3AD203B41FA5}">
                      <a16:colId xmlns:a16="http://schemas.microsoft.com/office/drawing/2014/main" val="269889821"/>
                    </a:ext>
                  </a:extLst>
                </a:gridCol>
                <a:gridCol w="1323975">
                  <a:extLst>
                    <a:ext uri="{9D8B030D-6E8A-4147-A177-3AD203B41FA5}">
                      <a16:colId xmlns:a16="http://schemas.microsoft.com/office/drawing/2014/main" val="390409213"/>
                    </a:ext>
                  </a:extLst>
                </a:gridCol>
                <a:gridCol w="1323975">
                  <a:extLst>
                    <a:ext uri="{9D8B030D-6E8A-4147-A177-3AD203B41FA5}">
                      <a16:colId xmlns:a16="http://schemas.microsoft.com/office/drawing/2014/main" val="3641896622"/>
                    </a:ext>
                  </a:extLst>
                </a:gridCol>
                <a:gridCol w="1323975">
                  <a:extLst>
                    <a:ext uri="{9D8B030D-6E8A-4147-A177-3AD203B41FA5}">
                      <a16:colId xmlns:a16="http://schemas.microsoft.com/office/drawing/2014/main" val="2997266879"/>
                    </a:ext>
                  </a:extLst>
                </a:gridCol>
                <a:gridCol w="1323975">
                  <a:extLst>
                    <a:ext uri="{9D8B030D-6E8A-4147-A177-3AD203B41FA5}">
                      <a16:colId xmlns:a16="http://schemas.microsoft.com/office/drawing/2014/main" val="4094661857"/>
                    </a:ext>
                  </a:extLst>
                </a:gridCol>
                <a:gridCol w="2752725">
                  <a:extLst>
                    <a:ext uri="{9D8B030D-6E8A-4147-A177-3AD203B41FA5}">
                      <a16:colId xmlns:a16="http://schemas.microsoft.com/office/drawing/2014/main" val="1438518715"/>
                    </a:ext>
                  </a:extLst>
                </a:gridCol>
              </a:tblGrid>
              <a:tr h="285750">
                <a:tc rowSpan="2" gridSpan="3">
                  <a:txBody>
                    <a:bodyPr/>
                    <a:lstStyle/>
                    <a:p>
                      <a:pPr algn="l" fontAlgn="base">
                        <a:lnSpc>
                          <a:spcPts val="2175"/>
                        </a:lnSpc>
                        <a:buNone/>
                      </a:pPr>
                      <a:r>
                        <a:rPr lang="en-US" sz="1100" b="1" i="0">
                          <a:solidFill>
                            <a:srgbClr val="000000"/>
                          </a:solidFill>
                          <a:effectLst/>
                          <a:latin typeface="+mn-lt"/>
                        </a:rPr>
                        <a:t>Data Science Canvas</a:t>
                      </a:r>
                      <a:endParaRPr lang="en-US" sz="1100" b="0" i="0">
                        <a:solidFill>
                          <a:srgbClr val="000000"/>
                        </a:solidFill>
                        <a:effectLst/>
                        <a:latin typeface="+mn-lt"/>
                      </a:endParaRPr>
                    </a:p>
                  </a:txBody>
                  <a:tcPr anchor="ct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rowSpan="2" hMerge="1">
                  <a:txBody>
                    <a:bodyPr/>
                    <a:lstStyle/>
                    <a:p>
                      <a:endParaRPr lang="en-US"/>
                    </a:p>
                  </a:txBody>
                  <a:tcPr/>
                </a:tc>
                <a:tc rowSpan="2" hMerge="1">
                  <a:txBody>
                    <a:bodyPr/>
                    <a:lstStyle/>
                    <a:p>
                      <a:endParaRPr lang="en-US"/>
                    </a:p>
                  </a:txBody>
                  <a:tcPr/>
                </a:tc>
                <a:tc>
                  <a:txBody>
                    <a:bodyPr/>
                    <a:lstStyle/>
                    <a:p>
                      <a:pPr algn="l" fontAlgn="base">
                        <a:lnSpc>
                          <a:spcPts val="1650"/>
                        </a:lnSpc>
                        <a:buNone/>
                      </a:pPr>
                      <a:r>
                        <a:rPr lang="en-US" sz="1100" b="1" i="0">
                          <a:solidFill>
                            <a:srgbClr val="000000"/>
                          </a:solidFill>
                          <a:effectLst/>
                          <a:latin typeface="+mn-lt"/>
                        </a:rPr>
                        <a:t>Project:</a:t>
                      </a:r>
                      <a:endParaRPr lang="en-US"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sz="1100" dirty="0">
                          <a:latin typeface="+mn-lt"/>
                        </a:rPr>
                        <a:t>Driver Behavior Classification &amp; Fuel Consumption Prediction</a:t>
                      </a:r>
                      <a:endParaRPr lang="en-US" sz="1100" dirty="0">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6487680"/>
                  </a:ext>
                </a:extLst>
              </a:tr>
              <a:tr h="285750">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ase">
                        <a:lnSpc>
                          <a:spcPts val="1650"/>
                        </a:lnSpc>
                        <a:buNone/>
                      </a:pPr>
                      <a:r>
                        <a:rPr lang="en-US" sz="1100" b="1" i="0">
                          <a:solidFill>
                            <a:srgbClr val="000000"/>
                          </a:solidFill>
                          <a:effectLst/>
                          <a:latin typeface="+mn-lt"/>
                        </a:rPr>
                        <a:t>Team:</a:t>
                      </a:r>
                      <a:endParaRPr lang="en-US"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sz="1100" b="1" dirty="0">
                          <a:latin typeface="+mn-lt"/>
                        </a:rPr>
                        <a:t>Riddhi Ranjan DE</a:t>
                      </a:r>
                      <a:br>
                        <a:rPr lang="en-US" sz="1100" dirty="0">
                          <a:latin typeface="+mn-lt"/>
                        </a:rPr>
                      </a:br>
                      <a:r>
                        <a:rPr lang="en-US" sz="1100" b="1" dirty="0">
                          <a:latin typeface="+mn-lt"/>
                        </a:rPr>
                        <a:t>Sarveshwaran N</a:t>
                      </a:r>
                      <a:endParaRPr lang="en-US" sz="1100" dirty="0">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163534"/>
                  </a:ext>
                </a:extLst>
              </a:tr>
              <a:tr h="352425">
                <a:tc gridSpan="4">
                  <a:txBody>
                    <a:bodyPr/>
                    <a:lstStyle/>
                    <a:p>
                      <a:pPr algn="ctr" fontAlgn="base">
                        <a:lnSpc>
                          <a:spcPts val="1950"/>
                        </a:lnSpc>
                        <a:buNone/>
                      </a:pPr>
                      <a:r>
                        <a:rPr lang="en-US" sz="1100" b="1" i="0" dirty="0">
                          <a:solidFill>
                            <a:srgbClr val="000000"/>
                          </a:solidFill>
                          <a:effectLst/>
                          <a:latin typeface="+mn-lt"/>
                        </a:rPr>
                        <a:t>Problem Statement</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ase">
                        <a:lnSpc>
                          <a:spcPts val="1950"/>
                        </a:lnSpc>
                        <a:buNone/>
                      </a:pPr>
                      <a:r>
                        <a:rPr lang="en-SG" sz="1100" b="1" i="0">
                          <a:solidFill>
                            <a:srgbClr val="000000"/>
                          </a:solidFill>
                          <a:effectLst/>
                          <a:latin typeface="+mn-lt"/>
                        </a:rPr>
                        <a:t>Execution &amp; Evaluation</a:t>
                      </a:r>
                      <a:endParaRPr lang="en-SG"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gridSpan="2">
                  <a:txBody>
                    <a:bodyPr/>
                    <a:lstStyle/>
                    <a:p>
                      <a:pPr algn="ctr" fontAlgn="base">
                        <a:lnSpc>
                          <a:spcPts val="1650"/>
                        </a:lnSpc>
                        <a:buNone/>
                      </a:pPr>
                      <a:r>
                        <a:rPr lang="en-SG" sz="1100" b="1" i="0">
                          <a:solidFill>
                            <a:srgbClr val="000000"/>
                          </a:solidFill>
                          <a:effectLst/>
                          <a:latin typeface="+mn-lt"/>
                        </a:rPr>
                        <a:t>Data Collection &amp; Preparation</a:t>
                      </a:r>
                      <a:endParaRPr lang="en-SG"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754966913"/>
                  </a:ext>
                </a:extLst>
              </a:tr>
              <a:tr h="2790825">
                <a:tc>
                  <a:txBody>
                    <a:bodyPr/>
                    <a:lstStyle/>
                    <a:p>
                      <a:pPr algn="l" fontAlgn="base">
                        <a:lnSpc>
                          <a:spcPts val="1200"/>
                        </a:lnSpc>
                        <a:buNone/>
                      </a:pPr>
                      <a:r>
                        <a:rPr lang="en-US" sz="1100" b="1" i="0" dirty="0">
                          <a:solidFill>
                            <a:srgbClr val="000000"/>
                          </a:solidFill>
                          <a:effectLst/>
                          <a:latin typeface="+mn-lt"/>
                        </a:rPr>
                        <a:t>Business Case &amp; Value Added</a:t>
                      </a:r>
                      <a:endParaRPr lang="en-US" sz="1100" b="0" i="0" dirty="0">
                        <a:solidFill>
                          <a:srgbClr val="000000"/>
                        </a:solidFill>
                        <a:effectLst/>
                        <a:latin typeface="+mn-lt"/>
                      </a:endParaRPr>
                    </a:p>
                    <a:p>
                      <a:pPr algn="l" fontAlgn="base">
                        <a:lnSpc>
                          <a:spcPts val="1200"/>
                        </a:lnSpc>
                        <a:buNone/>
                      </a:pPr>
                      <a:r>
                        <a:rPr lang="en-US" sz="1100" dirty="0">
                          <a:latin typeface="+mn-lt"/>
                        </a:rPr>
                        <a:t>Analyze telematics data to detect unsafe driving and predict fuel usage. This improves fleet safety and reduces operational fuel costs.</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Model Selection</a:t>
                      </a:r>
                      <a:endParaRPr lang="en-US" sz="1100" b="0" i="0" dirty="0">
                        <a:solidFill>
                          <a:srgbClr val="000000"/>
                        </a:solidFill>
                        <a:effectLst/>
                        <a:latin typeface="+mn-lt"/>
                      </a:endParaRPr>
                    </a:p>
                    <a:p>
                      <a:pPr algn="l" fontAlgn="base">
                        <a:lnSpc>
                          <a:spcPts val="1200"/>
                        </a:lnSpc>
                        <a:buNone/>
                      </a:pPr>
                      <a:r>
                        <a:rPr lang="en-US" sz="1100" dirty="0">
                          <a:latin typeface="+mn-lt"/>
                        </a:rPr>
                        <a:t>Use clustering and gradient-boosted models to detect aggressive driving and predict fuel use. These methods handle unlabeled, non-linear telematics data effectively.</a:t>
                      </a:r>
                    </a:p>
                    <a:p>
                      <a:pPr algn="l" fontAlgn="base">
                        <a:lnSpc>
                          <a:spcPts val="1200"/>
                        </a:lnSpc>
                        <a:buNone/>
                      </a:pPr>
                      <a:endParaRPr lang="en-US" sz="1100" b="0" i="0" dirty="0">
                        <a:solidFill>
                          <a:srgbClr val="000000"/>
                        </a:solidFill>
                        <a:effectLst/>
                        <a:latin typeface="+mn-lt"/>
                      </a:endParaRPr>
                    </a:p>
                    <a:p>
                      <a:pPr algn="l" fontAlgn="base">
                        <a:lnSpc>
                          <a:spcPts val="1200"/>
                        </a:lnSpc>
                        <a:buNone/>
                      </a:pPr>
                      <a:r>
                        <a:rPr lang="en-US" sz="1100" b="0" i="0" dirty="0">
                          <a:solidFill>
                            <a:srgbClr val="000000"/>
                          </a:solidFill>
                          <a:effectLst/>
                          <a:latin typeface="+mn-lt"/>
                        </a:rPr>
                        <a:t>Aggressive Driving: K-Means (k=4) for pseudo-labels </a:t>
                      </a:r>
                    </a:p>
                    <a:p>
                      <a:pPr algn="l" fontAlgn="base">
                        <a:lnSpc>
                          <a:spcPts val="1200"/>
                        </a:lnSpc>
                        <a:buNone/>
                      </a:pPr>
                      <a:r>
                        <a:rPr lang="en-US" sz="1100" b="0" i="0" dirty="0" err="1">
                          <a:solidFill>
                            <a:srgbClr val="000000"/>
                          </a:solidFill>
                          <a:effectLst/>
                          <a:latin typeface="+mn-lt"/>
                        </a:rPr>
                        <a:t>XGBoost</a:t>
                      </a:r>
                      <a:r>
                        <a:rPr lang="en-US" sz="1100" b="0" i="0" dirty="0">
                          <a:solidFill>
                            <a:srgbClr val="000000"/>
                          </a:solidFill>
                          <a:effectLst/>
                          <a:latin typeface="+mn-lt"/>
                        </a:rPr>
                        <a:t> Classifier for deployment  </a:t>
                      </a:r>
                    </a:p>
                    <a:p>
                      <a:pPr algn="l" fontAlgn="base">
                        <a:lnSpc>
                          <a:spcPts val="1200"/>
                        </a:lnSpc>
                        <a:buNone/>
                      </a:pPr>
                      <a:r>
                        <a:rPr lang="en-US" sz="1100" b="0" i="0" dirty="0">
                          <a:solidFill>
                            <a:srgbClr val="000000"/>
                          </a:solidFill>
                          <a:effectLst/>
                          <a:latin typeface="+mn-lt"/>
                        </a:rPr>
                        <a:t>Fuel Prediction: </a:t>
                      </a:r>
                      <a:r>
                        <a:rPr lang="en-US" sz="1100" b="0" i="0" dirty="0" err="1">
                          <a:solidFill>
                            <a:srgbClr val="000000"/>
                          </a:solidFill>
                          <a:effectLst/>
                          <a:latin typeface="+mn-lt"/>
                        </a:rPr>
                        <a:t>XGBoost</a:t>
                      </a:r>
                      <a:r>
                        <a:rPr lang="en-US" sz="1100" b="0" i="0" dirty="0">
                          <a:solidFill>
                            <a:srgbClr val="000000"/>
                          </a:solidFill>
                          <a:effectLst/>
                          <a:latin typeface="+mn-lt"/>
                        </a:rPr>
                        <a:t> &amp; </a:t>
                      </a:r>
                      <a:r>
                        <a:rPr lang="en-US" sz="1100" b="0" i="0" dirty="0" err="1">
                          <a:solidFill>
                            <a:srgbClr val="000000"/>
                          </a:solidFill>
                          <a:effectLst/>
                          <a:latin typeface="+mn-lt"/>
                        </a:rPr>
                        <a:t>HistGradientBoosting</a:t>
                      </a:r>
                      <a:r>
                        <a:rPr lang="en-US" sz="1100" b="0" i="0" dirty="0">
                          <a:solidFill>
                            <a:srgbClr val="000000"/>
                          </a:solidFill>
                          <a:effectLst/>
                          <a:latin typeface="+mn-lt"/>
                        </a:rPr>
                        <a:t> Regressors.</a:t>
                      </a:r>
                    </a:p>
                    <a:p>
                      <a:pPr algn="l" fontAlgn="base">
                        <a:lnSpc>
                          <a:spcPts val="1200"/>
                        </a:lnSpc>
                        <a:buNone/>
                      </a:pPr>
                      <a:r>
                        <a:rPr lang="en-US" sz="1100" b="0" i="0" dirty="0">
                          <a:solidFill>
                            <a:srgbClr val="000000"/>
                          </a:solidFill>
                          <a:effectLst/>
                          <a:latin typeface="+mn-lt"/>
                        </a:rPr>
                        <a:t> These handle non-linear behavior, large datasets, and unlabeled data.</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Model Requirements</a:t>
                      </a:r>
                      <a:endParaRPr lang="en-US" sz="1100" b="0" i="0" dirty="0">
                        <a:solidFill>
                          <a:srgbClr val="000000"/>
                        </a:solidFill>
                        <a:effectLst/>
                        <a:latin typeface="+mn-lt"/>
                      </a:endParaRPr>
                    </a:p>
                    <a:p>
                      <a:pPr algn="l" fontAlgn="base">
                        <a:lnSpc>
                          <a:spcPts val="1200"/>
                        </a:lnSpc>
                        <a:buNone/>
                      </a:pPr>
                      <a:r>
                        <a:rPr lang="en-US" sz="1100" dirty="0">
                          <a:latin typeface="+mn-lt"/>
                        </a:rPr>
                        <a:t>Models must avoid driver leakage, handle non-linear patterns, and use scaled numeric inputs. They must generalize to unseen drivers for valid performance.</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Skills</a:t>
                      </a:r>
                      <a:endParaRPr lang="en-US" sz="1100" b="0" i="0" dirty="0">
                        <a:solidFill>
                          <a:srgbClr val="000000"/>
                        </a:solidFill>
                        <a:effectLst/>
                        <a:latin typeface="+mn-lt"/>
                      </a:endParaRPr>
                    </a:p>
                    <a:p>
                      <a:r>
                        <a:rPr lang="en-US" sz="1100" dirty="0">
                          <a:latin typeface="+mn-lt"/>
                        </a:rPr>
                        <a:t>Python (Pandas, NumPy, Scikit-learn).</a:t>
                      </a:r>
                    </a:p>
                    <a:p>
                      <a:r>
                        <a:rPr lang="en-US" sz="1100" dirty="0">
                          <a:latin typeface="+mn-lt"/>
                        </a:rPr>
                        <a:t>ML: clustering, boosting, evaluation metrics.</a:t>
                      </a:r>
                    </a:p>
                    <a:p>
                      <a:r>
                        <a:rPr lang="en-US" sz="1100" dirty="0">
                          <a:latin typeface="+mn-lt"/>
                        </a:rPr>
                        <a:t>Feature engineering &amp; EDA.</a:t>
                      </a:r>
                    </a:p>
                    <a:p>
                      <a:r>
                        <a:rPr lang="en-US" sz="1100" dirty="0">
                          <a:latin typeface="+mn-lt"/>
                        </a:rPr>
                        <a:t>Domain understanding of telematics (speed, rpm, braking).</a:t>
                      </a:r>
                    </a:p>
                    <a:p>
                      <a:r>
                        <a:rPr lang="en-US" sz="1100" dirty="0">
                          <a:latin typeface="+mn-lt"/>
                        </a:rPr>
                        <a:t>Visualization (Matplotlib/Seaborn).</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Model Evaluation</a:t>
                      </a:r>
                      <a:endParaRPr lang="en-US" sz="1100" b="0" i="0" dirty="0">
                        <a:solidFill>
                          <a:srgbClr val="000000"/>
                        </a:solidFill>
                        <a:effectLst/>
                        <a:latin typeface="+mn-lt"/>
                      </a:endParaRPr>
                    </a:p>
                    <a:p>
                      <a:pPr algn="l" fontAlgn="base">
                        <a:lnSpc>
                          <a:spcPts val="1200"/>
                        </a:lnSpc>
                        <a:buNone/>
                      </a:pPr>
                      <a:r>
                        <a:rPr lang="en-US" sz="1100" dirty="0">
                          <a:latin typeface="+mn-lt"/>
                        </a:rPr>
                        <a:t>Evaluate accuracy, F1, and ROC-AUC for aggressive driving, and MAE for fuel prediction. </a:t>
                      </a:r>
                    </a:p>
                    <a:p>
                      <a:pPr algn="l" fontAlgn="base">
                        <a:lnSpc>
                          <a:spcPts val="1200"/>
                        </a:lnSpc>
                        <a:buNone/>
                      </a:pPr>
                      <a:r>
                        <a:rPr lang="en-US" sz="1100" dirty="0">
                          <a:latin typeface="+mn-lt"/>
                        </a:rPr>
                        <a:t>Real-time monitoring is required for safety alerts.</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Data Storytelling</a:t>
                      </a:r>
                      <a:endParaRPr lang="en-US" sz="1100" b="0" i="0" dirty="0">
                        <a:solidFill>
                          <a:srgbClr val="000000"/>
                        </a:solidFill>
                        <a:effectLst/>
                        <a:latin typeface="+mn-lt"/>
                      </a:endParaRPr>
                    </a:p>
                    <a:p>
                      <a:pPr algn="l" fontAlgn="base">
                        <a:lnSpc>
                          <a:spcPts val="1200"/>
                        </a:lnSpc>
                        <a:buNone/>
                      </a:pPr>
                      <a:r>
                        <a:rPr lang="en-US" sz="1100" dirty="0">
                          <a:latin typeface="+mn-lt"/>
                        </a:rPr>
                        <a:t>The target audience needs clear visuals and actionable insights. Use simple cluster explanations and plots to highlight unsafe driving and inefficient trips.</a:t>
                      </a:r>
                    </a:p>
                    <a:p>
                      <a:pPr algn="l" fontAlgn="base">
                        <a:lnSpc>
                          <a:spcPts val="1200"/>
                        </a:lnSpc>
                        <a:buNone/>
                      </a:pPr>
                      <a:r>
                        <a:rPr lang="en-US" sz="1100" b="0" i="0" dirty="0">
                          <a:solidFill>
                            <a:srgbClr val="000000"/>
                          </a:solidFill>
                          <a:effectLst/>
                          <a:latin typeface="+mn-lt"/>
                        </a:rPr>
                        <a:t>Visualize PCA, scatter plots, percentile thresholds. Provide practical insights: unsafe drivers, fuel-inefficient trips.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Data Selection &amp; Cleansing</a:t>
                      </a:r>
                      <a:endParaRPr lang="en-US" sz="1100" b="0" i="0" dirty="0">
                        <a:solidFill>
                          <a:srgbClr val="000000"/>
                        </a:solidFill>
                        <a:effectLst/>
                        <a:latin typeface="+mn-lt"/>
                      </a:endParaRPr>
                    </a:p>
                    <a:p>
                      <a:r>
                        <a:rPr lang="en-US" sz="1100" dirty="0"/>
                        <a:t>Clustering/classification used 6 behavior features; fuel prediction used 10 engineered features. Timestamp removed, no missing data, and outliers kept as meaningful extremes.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Data Collection</a:t>
                      </a:r>
                      <a:endParaRPr lang="en-US" sz="1100" b="0" i="0" dirty="0">
                        <a:solidFill>
                          <a:srgbClr val="000000"/>
                        </a:solidFill>
                        <a:effectLst/>
                        <a:latin typeface="+mn-lt"/>
                      </a:endParaRPr>
                    </a:p>
                    <a:p>
                      <a:r>
                        <a:rPr lang="en-US" sz="1100" dirty="0"/>
                        <a:t>Dataset: </a:t>
                      </a:r>
                      <a:r>
                        <a:rPr lang="en-US" sz="1100" i="1" dirty="0"/>
                        <a:t>Driver Behavior &amp; Route Anomaly (DBRA24)</a:t>
                      </a:r>
                      <a:r>
                        <a:rPr lang="en-US" sz="1100" dirty="0"/>
                        <a:t> from Kaggle.</a:t>
                      </a:r>
                    </a:p>
                    <a:p>
                      <a:r>
                        <a:rPr lang="en-US" sz="1100" dirty="0"/>
                        <a:t>120,000 trips × 26 features collected from telematics sensors:</a:t>
                      </a:r>
                      <a:br>
                        <a:rPr lang="en-US" sz="1100" dirty="0"/>
                      </a:br>
                      <a:r>
                        <a:rPr lang="en-US" sz="1100" dirty="0"/>
                        <a:t>speed, acceleration, steering, rpm, route deviation, weather, road type.</a:t>
                      </a:r>
                    </a:p>
                    <a:p>
                      <a:r>
                        <a:rPr lang="en-US" sz="1100" dirty="0"/>
                        <a:t>Additional data can be gathered from vehicle sensors, OBD-II, and terrain APIs. It must be accurate, time-aligned, and consistently recorded per trip.</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0330776"/>
                  </a:ext>
                </a:extLst>
              </a:tr>
              <a:tr h="2790825">
                <a:tc>
                  <a:txBody>
                    <a:bodyPr/>
                    <a:lstStyle/>
                    <a:p>
                      <a:pPr algn="l" fontAlgn="base">
                        <a:lnSpc>
                          <a:spcPts val="1200"/>
                        </a:lnSpc>
                        <a:buNone/>
                      </a:pPr>
                      <a:r>
                        <a:rPr lang="en-US" sz="1100" b="1" i="0" dirty="0">
                          <a:solidFill>
                            <a:srgbClr val="000000"/>
                          </a:solidFill>
                          <a:effectLst/>
                          <a:latin typeface="+mn-lt"/>
                        </a:rPr>
                        <a:t>Data Landscape</a:t>
                      </a:r>
                      <a:endParaRPr lang="en-US" sz="1100" b="0" i="0" dirty="0">
                        <a:solidFill>
                          <a:srgbClr val="000000"/>
                        </a:solidFill>
                        <a:effectLst/>
                        <a:latin typeface="+mn-lt"/>
                      </a:endParaRPr>
                    </a:p>
                    <a:p>
                      <a:pPr algn="l" fontAlgn="base">
                        <a:lnSpc>
                          <a:spcPts val="1200"/>
                        </a:lnSpc>
                        <a:buNone/>
                      </a:pPr>
                      <a:r>
                        <a:rPr lang="en-US" sz="1100" dirty="0">
                          <a:latin typeface="+mn-lt"/>
                        </a:rPr>
                        <a:t>You need trip-level telemetry, environmental context, and fuel data, which are already available. Additional vehicle specifications and terrain data would improve accuracy.</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l" fontAlgn="base">
                        <a:lnSpc>
                          <a:spcPts val="1200"/>
                        </a:lnSpc>
                        <a:buNone/>
                      </a:pPr>
                      <a:r>
                        <a:rPr lang="en-US" sz="1100" b="1" i="0" dirty="0">
                          <a:solidFill>
                            <a:srgbClr val="000000"/>
                          </a:solidFill>
                          <a:effectLst/>
                          <a:latin typeface="+mn-lt"/>
                        </a:rPr>
                        <a:t>Software &amp; Libraries</a:t>
                      </a:r>
                      <a:endParaRPr lang="en-US" sz="1100" b="0" i="0" dirty="0">
                        <a:solidFill>
                          <a:srgbClr val="000000"/>
                        </a:solidFill>
                        <a:effectLst/>
                        <a:latin typeface="+mn-lt"/>
                      </a:endParaRPr>
                    </a:p>
                    <a:p>
                      <a:r>
                        <a:rPr lang="en-US" sz="1100" dirty="0">
                          <a:latin typeface="+mn-lt"/>
                        </a:rPr>
                        <a:t>Python + </a:t>
                      </a:r>
                      <a:r>
                        <a:rPr lang="en-US" sz="1100" dirty="0" err="1">
                          <a:latin typeface="+mn-lt"/>
                        </a:rPr>
                        <a:t>Jupyter</a:t>
                      </a:r>
                      <a:r>
                        <a:rPr lang="en-US" sz="1100" dirty="0">
                          <a:latin typeface="+mn-lt"/>
                        </a:rPr>
                        <a:t> Notebook</a:t>
                      </a:r>
                    </a:p>
                    <a:p>
                      <a:r>
                        <a:rPr lang="en-US" sz="1100" dirty="0">
                          <a:latin typeface="+mn-lt"/>
                        </a:rPr>
                        <a:t>Pandas, NumPy, Matplotlib, Seaborn</a:t>
                      </a:r>
                    </a:p>
                    <a:p>
                      <a:r>
                        <a:rPr lang="en-US" sz="1100" dirty="0">
                          <a:latin typeface="+mn-lt"/>
                        </a:rPr>
                        <a:t>Scikit-Learn, </a:t>
                      </a:r>
                      <a:r>
                        <a:rPr lang="en-US" sz="1100" dirty="0" err="1">
                          <a:latin typeface="+mn-lt"/>
                        </a:rPr>
                        <a:t>XGBoost</a:t>
                      </a:r>
                      <a:r>
                        <a:rPr lang="en-US" sz="1100" dirty="0">
                          <a:latin typeface="+mn-lt"/>
                        </a:rPr>
                        <a:t>, </a:t>
                      </a:r>
                      <a:r>
                        <a:rPr lang="en-US" sz="1100" dirty="0" err="1">
                          <a:latin typeface="+mn-lt"/>
                        </a:rPr>
                        <a:t>HistGradientBoosting</a:t>
                      </a:r>
                      <a:endParaRPr lang="en-US" sz="1100" dirty="0">
                        <a:latin typeface="+mn-lt"/>
                      </a:endParaRPr>
                    </a:p>
                    <a:p>
                      <a:r>
                        <a:rPr lang="en-US" sz="1100" dirty="0">
                          <a:latin typeface="+mn-lt"/>
                        </a:rPr>
                        <a:t>(Optional future work: </a:t>
                      </a:r>
                      <a:r>
                        <a:rPr lang="en-US" sz="1100" dirty="0" err="1">
                          <a:latin typeface="+mn-lt"/>
                        </a:rPr>
                        <a:t>PyTorch</a:t>
                      </a:r>
                      <a:r>
                        <a:rPr lang="en-US" sz="1100" dirty="0">
                          <a:latin typeface="+mn-lt"/>
                        </a:rPr>
                        <a:t> for AE/Deep models)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ase">
                        <a:lnSpc>
                          <a:spcPts val="1200"/>
                        </a:lnSpc>
                        <a:buNone/>
                      </a:pPr>
                      <a:r>
                        <a:rPr lang="en-US" sz="1100" b="1" i="0" dirty="0">
                          <a:solidFill>
                            <a:srgbClr val="000000"/>
                          </a:solidFill>
                          <a:effectLst/>
                          <a:latin typeface="+mn-lt"/>
                        </a:rPr>
                        <a:t>Data Integration</a:t>
                      </a:r>
                      <a:endParaRPr lang="en-US" sz="1100" b="0" i="0" dirty="0">
                        <a:solidFill>
                          <a:srgbClr val="000000"/>
                        </a:solidFill>
                        <a:effectLst/>
                        <a:latin typeface="+mn-lt"/>
                      </a:endParaRPr>
                    </a:p>
                    <a:p>
                      <a:pPr algn="l" fontAlgn="base">
                        <a:lnSpc>
                          <a:spcPts val="1200"/>
                        </a:lnSpc>
                        <a:buNone/>
                      </a:pPr>
                      <a:r>
                        <a:rPr lang="en-US" sz="1100" dirty="0"/>
                        <a:t>All data is already in a single CSV, so migration isn’t needed. It should simply be loaded into a unified Python/pandas environment for processing.</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Explorative Data Analysis</a:t>
                      </a:r>
                      <a:endParaRPr lang="en-US" sz="1100" b="0" i="0" dirty="0">
                        <a:solidFill>
                          <a:srgbClr val="000000"/>
                        </a:solidFill>
                        <a:effectLst/>
                        <a:latin typeface="+mn-lt"/>
                      </a:endParaRPr>
                    </a:p>
                    <a:p>
                      <a:pPr algn="l" fontAlgn="base">
                        <a:lnSpc>
                          <a:spcPts val="1200"/>
                        </a:lnSpc>
                        <a:buNone/>
                      </a:pPr>
                      <a:r>
                        <a:rPr lang="en-US" sz="1100" dirty="0"/>
                        <a:t>EDA showed meaningful outliers reflecting real extreme behaviors and clear driver-specific patterns. Descriptive statistics and distributions were created to assess data quality.</a:t>
                      </a:r>
                    </a:p>
                    <a:p>
                      <a:r>
                        <a:rPr lang="en-US" sz="1100" dirty="0"/>
                        <a:t>Confirmed 1 trip = 1 row (no time series).</a:t>
                      </a:r>
                    </a:p>
                    <a:p>
                      <a:r>
                        <a:rPr lang="en-US" sz="1100" dirty="0"/>
                        <a:t>Driver-level profiling identified behavioral variability.</a:t>
                      </a:r>
                    </a:p>
                    <a:p>
                      <a:r>
                        <a:rPr lang="en-US" sz="1100" dirty="0"/>
                        <a:t>Correlation heatmaps showed weak correlations → need multi-feature modeling.</a:t>
                      </a:r>
                    </a:p>
                    <a:p>
                      <a:r>
                        <a:rPr lang="en-US" sz="1100" dirty="0"/>
                        <a:t>Identified skewed features (rpm, acceleration variation).</a:t>
                      </a:r>
                    </a:p>
                    <a:p>
                      <a:r>
                        <a:rPr lang="en-US" sz="1100" dirty="0"/>
                        <a:t>Percentile thresholds computed (p50–p99).</a:t>
                      </a:r>
                    </a:p>
                    <a:p>
                      <a:pPr algn="l" fontAlgn="base">
                        <a:lnSpc>
                          <a:spcPts val="1200"/>
                        </a:lnSpc>
                        <a:buNone/>
                      </a:pP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9018604"/>
                  </a:ext>
                </a:extLst>
              </a:tr>
            </a:tbl>
          </a:graphicData>
        </a:graphic>
      </p:graphicFrame>
    </p:spTree>
    <p:extLst>
      <p:ext uri="{BB962C8B-B14F-4D97-AF65-F5344CB8AC3E}">
        <p14:creationId xmlns:p14="http://schemas.microsoft.com/office/powerpoint/2010/main" val="2425919301"/>
      </p:ext>
    </p:extLst>
  </p:cSld>
  <p:clrMapOvr>
    <a:masterClrMapping/>
  </p:clrMapOvr>
</p:sld>
</file>

<file path=ppt/theme/theme1.xml><?xml version="1.0" encoding="utf-8"?>
<a:theme xmlns:a="http://schemas.openxmlformats.org/drawingml/2006/main" name="1_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F4A66993F69444994DEDC68916C527" ma:contentTypeVersion="11" ma:contentTypeDescription="Create a new document." ma:contentTypeScope="" ma:versionID="6d8c83a6efd5471423dade757e33b483">
  <xsd:schema xmlns:xsd="http://www.w3.org/2001/XMLSchema" xmlns:xs="http://www.w3.org/2001/XMLSchema" xmlns:p="http://schemas.microsoft.com/office/2006/metadata/properties" xmlns:ns2="9942508b-7edd-4522-9099-5c8ba2e58c2d" xmlns:ns3="61a53e6c-53f2-4709-838c-32a07fa7348c" targetNamespace="http://schemas.microsoft.com/office/2006/metadata/properties" ma:root="true" ma:fieldsID="d068a04341d57602b07eae7b1ca693d1" ns2:_="" ns3:_="">
    <xsd:import namespace="9942508b-7edd-4522-9099-5c8ba2e58c2d"/>
    <xsd:import namespace="61a53e6c-53f2-4709-838c-32a07fa734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42508b-7edd-4522-9099-5c8ba2e58c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ae8b99-2390-486d-8259-3a0fa512046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53e6c-53f2-4709-838c-32a07fa7348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216e331-96ca-4cab-bbd1-11c69f7e2d61}" ma:internalName="TaxCatchAll" ma:showField="CatchAllData" ma:web="61a53e6c-53f2-4709-838c-32a07fa734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a53e6c-53f2-4709-838c-32a07fa7348c" xsi:nil="true"/>
    <lcf76f155ced4ddcb4097134ff3c332f xmlns="9942508b-7edd-4522-9099-5c8ba2e58c2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374323E-7AF1-410A-ADFC-B6F59135825E}">
  <ds:schemaRefs>
    <ds:schemaRef ds:uri="61a53e6c-53f2-4709-838c-32a07fa7348c"/>
    <ds:schemaRef ds:uri="9942508b-7edd-4522-9099-5c8ba2e58c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CA2CD0-1824-491F-9AFA-03C38DCE2951}">
  <ds:schemaRefs>
    <ds:schemaRef ds:uri="http://schemas.microsoft.com/sharepoint/v3/contenttype/forms"/>
  </ds:schemaRefs>
</ds:datastoreItem>
</file>

<file path=customXml/itemProps3.xml><?xml version="1.0" encoding="utf-8"?>
<ds:datastoreItem xmlns:ds="http://schemas.openxmlformats.org/officeDocument/2006/customXml" ds:itemID="{1D1A3A37-9007-4EC4-8746-B27BB5C6B1BE}">
  <ds:schemaRefs>
    <ds:schemaRef ds:uri="61a53e6c-53f2-4709-838c-32a07fa7348c"/>
    <ds:schemaRef ds:uri="9942508b-7edd-4522-9099-5c8ba2e58c2d"/>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Retrospect</Template>
  <TotalTime>69</TotalTime>
  <Words>1718</Words>
  <Application>Microsoft Office PowerPoint</Application>
  <PresentationFormat>Widescreen</PresentationFormat>
  <Paragraphs>138</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 Nova</vt:lpstr>
      <vt:lpstr>Calibri</vt:lpstr>
      <vt:lpstr>Courier New</vt:lpstr>
      <vt:lpstr>Graphik Light</vt:lpstr>
      <vt:lpstr>Graphik Regular</vt:lpstr>
      <vt:lpstr>Symbol</vt:lpstr>
      <vt:lpstr>Wingdings</vt:lpstr>
      <vt:lpstr>1_Retrospect</vt:lpstr>
      <vt:lpstr>DA 204o: Data Science in Practice Course Project Proposal  Detection of Anomalous Driving Events and Prediction of Fuel Consumption Patterns</vt:lpstr>
      <vt:lpstr>Problem Definition</vt:lpstr>
      <vt:lpstr>Data Collection and Preparation</vt:lpstr>
      <vt:lpstr>Proposed Methodology</vt:lpstr>
      <vt:lpstr>Implementation Plan</vt:lpstr>
      <vt:lpstr>Challenges and Risks</vt:lpstr>
      <vt:lpstr>Expected Outcome</vt:lpstr>
      <vt:lpstr>Role and Responsibilities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Pandarasamy Arjunan</dc:creator>
  <cp:lastModifiedBy>Sarveshwaran N (MS/EFX31-BEG)</cp:lastModifiedBy>
  <cp:revision>19</cp:revision>
  <dcterms:created xsi:type="dcterms:W3CDTF">2023-08-01T07:21:01Z</dcterms:created>
  <dcterms:modified xsi:type="dcterms:W3CDTF">2025-11-30T14:36:29Z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0x0101000CF4A66993F69444994DEDC68916C527</vt:lpwstr>
  </property>
  <property fmtid="{D5CDD505-2E9C-101B-9397-08002B2CF9AE}" pid="3" name="MediaServiceImageTags">
    <vt:lpwstr/>
  </property>
</Properties>
</file>